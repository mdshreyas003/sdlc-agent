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65" r:id="rId16"/>
    <p:sldId id="262" r:id="rId8"/>
    <p:sldId id="269" r:id="rId20"/>
    <p:sldId id="267" r:id="rId18"/>
    <p:sldId id="257" r:id="rId3"/>
    <p:sldId id="258" r:id="rId4"/>
    <p:sldId id="264" r:id="rId10"/>
    <p:sldId id="263" r:id="rId9"/>
    <p:sldId id="260" r:id="rId6"/>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6.xml"/><Relationship Id="rId4" Type="http://schemas.openxmlformats.org/officeDocument/2006/relationships/slide" Target="slides/slide7.xml"/><Relationship Id="rId5" Type="http://schemas.openxmlformats.org/officeDocument/2006/relationships/slide" Target="slides/slide11.xml"/><Relationship Id="rId6" Type="http://schemas.openxmlformats.org/officeDocument/2006/relationships/slide" Target="slides/slide10.xml"/><Relationship Id="rId8" Type="http://schemas.openxmlformats.org/officeDocument/2006/relationships/slide" Target="slides/slide3.xml"/><Relationship Id="rId9" Type="http://schemas.openxmlformats.org/officeDocument/2006/relationships/slide" Target="slides/slide9.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2.xml"/><Relationship Id="rId18" Type="http://schemas.openxmlformats.org/officeDocument/2006/relationships/slide" Target="slides/slide5.xml"/><Relationship Id="rId2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Engineering Memory is a prototype. Ask “why is this code like this?” and get an answer stitched together from your team’s GitHub, Jira and chat history. Every sentence comes with a word-for-word quote from where it was said, or you get an honest “Not established.”</a:t>
            </a:r>
          </a:p>
          <a:p/>
          <a:p>
            <a:r>
              <a:t>Repo: github.com/mdshreyas003/sdlc-agent</a:t>
            </a:r>
          </a:p>
          <a:p>
            <a:r>
              <a:t>App: sdlc-agent-five.vercel.app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Does: read-only searches through 5 fixed tools (find_text, file_history, neighbors, evidence_chain, get). One guarded escape hatch (cypher_query) whose generated query may only find IDs; the rows are then re-read through a fixed template.</a:t>
            </a:r>
          </a:p>
          <a:p/>
          <a:p>
            <a:r>
              <a:t>Refuses:</a:t>
            </a:r>
          </a:p>
          <a:p>
            <a:r>
              <a:t>- Writing to the database: write words (CREATE, DELETE, SET…) blocked in code, queries go through a read-only route, every query template is test-run with EXPLAIN at startup, each query times out after 30 s.</a:t>
            </a:r>
          </a:p>
          <a:p>
            <a:r>
              <a:t>- Using an ID it hasn’t seen: only items that came back in evidence or appear in the question. An invented or malformed ID never reaches the database.</a:t>
            </a:r>
          </a:p>
          <a:p>
            <a:r>
              <a:t>- Paraphrased quotes: a citation survives only if its quote appears word for word in that item’s own text. Quotes copied from a reply’s quoted parent, made-up IDs, cut-off quotes, and quotes from a different person than the claim names are dropped.</a:t>
            </a:r>
          </a:p>
          <a:p>
            <a:r>
              <a:t>- Guessing: established only if the final evidence check says enough AND at least one claim still has a verified quote. Otherwise “Not established”, whatever the model wrote.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from story.md:</a:t>
            </a:r>
          </a:p>
          <a:p>
            <a:r>
              <a:t>- Links: Engineering Memory uses only links a person wrote down. Mem0, Zep/Graphiti and GraphRAG use relations extracted or inferred by an LLM. Coding agents (Claude Code, SWE-agent, OpenHands) are not about team history.</a:t>
            </a:r>
          </a:p>
          <a:p>
            <a:r>
              <a:t>- Proof: word-for-word quote, checked in code, vs source traceable or record IDs (not checked quotes). Coding agents: tests and linters check code edits.</a:t>
            </a:r>
          </a:p>
          <a:p>
            <a:r>
              <a:t>- When unsure: “Not established”, enforced in code, vs prompt-level or not measured. Coding agents: not documented.</a:t>
            </a:r>
          </a:p>
          <a:p>
            <a:r>
              <a:t>- Database access: fixed read-only tools plus an ID guard, vs not their focus (memory layers). Coding agents: sandbox or permission rules.</a:t>
            </a:r>
          </a:p>
          <a:p>
            <a:r>
              <a:t>Fourth differentiator: a test set with traps: questions where the evidence was removed, or where two things look related only because they happened close together. The right answer is “Not established.”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Glossary (from story.md):</a:t>
            </a:r>
          </a:p>
          <a:p>
            <a:r>
              <a:t>- Agent: an AI program that takes steps (search, read, decide) to answer a question.</a:t>
            </a:r>
          </a:p>
          <a:p>
            <a:r>
              <a:t>- Graph: a map of items (dots) and the links between them (lines).</a:t>
            </a:r>
          </a:p>
          <a:p>
            <a:r>
              <a:t>- Link: a connection between two items that a person actually wrote down, like a ticket number in a message.</a:t>
            </a:r>
          </a:p>
          <a:p>
            <a:r>
              <a:t>- Commit: one saved change to the code.</a:t>
            </a:r>
          </a:p>
          <a:p>
            <a:r>
              <a:t>- Test: a small automatic check that the code still does what it should.</a:t>
            </a:r>
          </a:p>
          <a:p>
            <a:r>
              <a:t>- Gold question: a question whose correct answer and supporting quotes were written in advance, used to grade the system.</a:t>
            </a:r>
          </a:p>
          <a:p>
            <a:r>
              <a:t>- Citation: the exact source and word-for-word quote behind a sentence.</a:t>
            </a:r>
          </a:p>
          <a:p>
            <a:r>
              <a:t>- Abstain: to say “Not established” instead of guessing.</a:t>
            </a:r>
          </a:p>
          <a:p/>
          <a:p>
            <a:r>
              <a:t>Try the demo: sdlc-agent-five.vercel.app/w/acme-demo · All workspaces: /workspaces · Repo: github.com/mdshreyas003/sdlc-agent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prototype runs end to end today: sources, evidence graph with written links, guarded agent and quote checker, API and web workbench, plus the benchmark harness.</a:t>
            </a:r>
          </a:p>
          <a:p>
            <a:r>
              <a:t>Next:</a:t>
            </a:r>
          </a:p>
          <a:p>
            <a:r>
              <a:t>- Memory: versioned decisions with history (design accepted, ADR-003).</a:t>
            </a:r>
          </a:p>
          <a:p>
            <a:r>
              <a:t>- Two more link types: decides and supersedes.</a:t>
            </a:r>
          </a:p>
          <a:p>
            <a:r>
              <a:t>- Live sync: resume from a saved position instead of a full re-pull (built on a branch, paused).</a:t>
            </a:r>
          </a:p>
          <a:p>
            <a:r>
              <a:t>- Benchmark: human-check all 75 questions, then compare against no-retrieval, keyword search (BM25) and an outside system (Graphiti).</a:t>
            </a:r>
          </a:p>
          <a:p>
            <a:r>
              <a:t>- Later: more sources (wikis, CI logs, incidents), one person = one identity across tools, access for other agents over the API.</a:t>
            </a:r>
          </a:p>
          <a:p/>
          <a:p>
            <a:r>
              <a:t>Repo: github.com/mdshreyas003/sdlc-agent  ·  App: sdlc-agent-five.vercel.app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layers, one platform:</a:t>
            </a:r>
          </a:p>
          <a:p>
            <a:r>
              <a:t>1. Sources: connectors pull pull requests, commits, Jira tickets and comments, and Slack threads.</a:t>
            </a:r>
          </a:p>
          <a:p>
            <a:r>
              <a:t>2. Evidence graph: each item becomes one node in a graph database (Neo4j). A link exists only where a source says so.</a:t>
            </a:r>
          </a:p>
          <a:p>
            <a:r>
              <a:t>3. Memory: repeated evidence becomes a decision with a history. A newer version replaces an older one without deleting it. Memory only points the agent to evidence; the agent never quotes memory itself.</a:t>
            </a:r>
          </a:p>
          <a:p>
            <a:r>
              <a:t>4. Agent: answers why / debug / is-it-safe-to-change questions with fixed read-only graph tools, then a checker verifies every quote.</a:t>
            </a:r>
          </a:p>
          <a:p>
            <a:r>
              <a:t>5. App and API: use it as a web app (the workbench) or call the same thing as a service over HTTP.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Early numbers: one run each, on a question set not yet human-checked.</a:t>
            </a:r>
          </a:p>
          <a:p>
            <a:r>
              <a:t>- Data: 1,191 real Kafka items joined by 1,786 explicit links across 10 Kafka design proposals (KIPs).</a:t>
            </a:r>
          </a:p>
          <a:p>
            <a:r>
              <a:t>- Real-model gate: 5 of 7 passed (commit 916922e, Sarvam model). The 2 misses still answered, but with low confidence.</a:t>
            </a:r>
          </a:p>
          <a:p>
            <a:r>
              <a:t>- Real Kafka questions: Q030 kept 5 of 5 quotes. Q050 kept 26 of 27 quotes. Q006, which has no answer in the data, correctly said Not established.</a:t>
            </a:r>
          </a:p>
          <a:p>
            <a:r>
              <a:t>- Finding the right evidence (no AI involved): gold sources reachable went from 6/33 to 19/33, and fully reachable questions from 1/18 to 9/18, with 0 regressions.</a:t>
            </a:r>
          </a:p>
          <a:p>
            <a:r>
              <a:t>- Tests: 445 passed, 7 skipped (commit 9574dae).</a:t>
            </a:r>
          </a:p>
          <a:p>
            <a:r>
              <a:t>- Benchmark on all 75 questions: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Automated tests run a piece of the code on a known input and check the result every time the code changes. Examples:</a:t>
            </a:r>
          </a:p>
          <a:p>
            <a:r>
              <a:t>- test_pr_body_links_jira_slack_and_pr: a PR body with “Fixes PAY-412 … see #190 and UTF-8, SHA-256, OTHER-9; color: #333” must yield exactly 3 links (PAY-412, the Slack thread, PR #190), not UTF-8, SHA-256 or #333.</a:t>
            </a:r>
          </a:p>
          <a:p>
            <a:r>
              <a:t>- test_unseen_or_malformed_ids_never_reach_db: an unseen ID, or “x}) DETACH DELETE (n //”, is refused before the database is touched.</a:t>
            </a:r>
          </a:p>
          <a:p>
            <a:r>
              <a:t>- test_fabricated_id_and_non_verbatim_quote_are_dropped_and_confidence_low: the made-up ID and the misquote are dropped; only “Fixes PAY-412” survives; confidence goes to low.</a:t>
            </a:r>
          </a:p>
          <a:p/>
          <a:p>
            <a:r>
              <a:t>The 7-question gate: a real AI model, end to end, on a made-up demo company (Acme). 4 answerable (why are retries capped at 3? why is the session TTL 15 minutes? can I raise MAX_RETRIES to 10? a logged-out-mid-checkout traceback), 2 must come back Not established (why Redis? why Kafka?), 1 check that another workspace sees nothing.</a:t>
            </a:r>
          </a:p>
          <a:p/>
          <a:p>
            <a:r>
              <a:t>The 75 gold questions over real Apache Kafka history, five tiers: A (16) answer in one item; B (24) needs several linked items; C (20) same as A/B with evidence removed, right answer Not established; T (10) traps, close in time but not linked; N (5) nothing in the data answers it. Split: 19 for tuning, 56 held back for the final test.</a:t>
            </a:r>
          </a:p>
          <a:p>
            <a:r>
              <a:t>Q050 (tier B): “Why does the broker retry AddPartitionsToTxn on its own when it hits CONCURRENT_TRANSACTIONS, with separate backoff settings, instead of just returning the error to the producer to retry?” The gold answer quotes Calvin Liu’s mail, Jira KAFKA-18654 and a follow-up reply.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Mental model: a librarian who only answers with exact quotes from the shelves.</a:t>
            </a:r>
          </a:p>
          <a:p>
            <a:r>
              <a:t>- Shelves = your team’s history: commits, pull requests, tickets, chat threads.</a:t>
            </a:r>
          </a:p>
          <a:p>
            <a:r>
              <a:t>- Strings between books = links a person actually wrote down, like a ticket number in a chat message. The librarian never adds strings by guessing.</a:t>
            </a:r>
          </a:p>
          <a:p>
            <a:r>
              <a:t>- When you ask, the librarian follows the strings, reads, and answers. Every sentence must point to a quote that really exists, word for word.</a:t>
            </a:r>
          </a:p>
          <a:p>
            <a:r>
              <a:t>- If no quote proves the point, the answer is “Not established.” It never guesses to fill the gap.</a:t>
            </a:r>
          </a:p>
          <a:p>
            <a:r>
              <a:t>The AI model may suggest an answer; plain code checks it and makes the final call.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Understand: the AI model restates what is being asked and which things it names.</a:t>
            </a:r>
          </a:p>
          <a:p>
            <a:r>
              <a:t>- Seed: code (no AI) pulls exact IDs out of the question (ticket keys, PR numbers, commit hashes, file paths) and looks them up directly.</a:t>
            </a:r>
          </a:p>
          <a:p>
            <a:r>
              <a:t>- Plan: the AI model picks which fixed graph tools to call next (up to 5 per round).</a:t>
            </a:r>
          </a:p>
          <a:p>
            <a:r>
              <a:t>- Retrieve: the tools run read-only searches; code follows one hop of links from the best hits (expand).</a:t>
            </a:r>
          </a:p>
          <a:p>
            <a:r>
              <a:t>- Evaluate: the AI model judges whether the evidence is enough; if not, back to Plan, at most 3 rounds.</a:t>
            </a:r>
          </a:p>
          <a:p>
            <a:r>
              <a:t>- Synthesize: the AI model writes claims, each with a source ID and a word-for-word quote.</a:t>
            </a:r>
          </a:p>
          <a:p>
            <a:r>
              <a:t>- Verify: code checks every quote against the full source text, drops anything that fails, then decides established or Not established.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kinds of link, each from something written in the source:</a:t>
            </a:r>
          </a:p>
          <a:p>
            <a:r>
              <a:t>- REPLIES_TO: a reply belongs to its thread (Slack thread_ts, GitHub in_reply_to_id).</a:t>
            </a:r>
          </a:p>
          <a:p>
            <a:r>
              <a:t>- CONTAINS: a pull request contains a commit (GitHub’s PR-commits list).</a:t>
            </a:r>
          </a:p>
          <a:p>
            <a:r>
              <a:t>- REFERENCES: one item mentions another: the source’s own structure, or an identifier typed in the text (a Jira key like KAFKA-18654, a GitHub PR or commit URL, #123 inside GitHub, a Slack permalink).</a:t>
            </a:r>
          </a:p>
          <a:p>
            <a:r>
              <a:t>Never by similar words, meaning or timing. UTF-8, SHA-256 and #333 are ignored; each text link records the exact field and character position (e.g. $.title#0-11).</a:t>
            </a:r>
          </a:p>
          <a:p/>
          <a:p>
            <a:r>
              <a:t>Real example (Kafka, KIP-890), run through the real extraction code: Calvin Liu’s mail (Feb 2025) replies to the [DISCUSS] KIP-890 thread and mentions KAFKA-18654. PR #18720 has KAFKA-18654 in its title and contains commit ab8ef87, whose message also mentions KAFKA-18654. So a question about why the broker retries on its own can travel from the mailing list to the ticket to the code change. (The Kafka mailing list is stored in the Slack format, as a stand-in for chat.)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0" y="0"/>
            <a:ext cx="12192000" cy="6858000"/>
          </a:xfrm>
          <a:custGeom>
            <a:avLst/>
            <a:gdLst/>
            <a:ahLst/>
            <a:cxnLst/>
            <a:rect l="l" t="t" r="r" b="b"/>
            <a:pathLst>
              <a:path w="12192000" h="6858000">
                <a:moveTo>
                  <a:pt x="-49987" y="6858000"/>
                </a:moveTo>
                <a:lnTo>
                  <a:pt x="-51077" y="6760029"/>
                </a:lnTo>
                <a:lnTo>
                  <a:pt x="-54108" y="6662057"/>
                </a:lnTo>
                <a:lnTo>
                  <a:pt x="-58453" y="6564086"/>
                </a:lnTo>
                <a:lnTo>
                  <a:pt x="-63303" y="6466114"/>
                </a:lnTo>
                <a:lnTo>
                  <a:pt x="-67915" y="6368143"/>
                </a:lnTo>
                <a:lnTo>
                  <a:pt x="-71780" y="6270171"/>
                </a:lnTo>
                <a:lnTo>
                  <a:pt x="-74682" y="6172200"/>
                </a:lnTo>
                <a:lnTo>
                  <a:pt x="-76651" y="6074229"/>
                </a:lnTo>
                <a:lnTo>
                  <a:pt x="-77862" y="5976257"/>
                </a:lnTo>
                <a:lnTo>
                  <a:pt x="-78529" y="5878286"/>
                </a:lnTo>
                <a:lnTo>
                  <a:pt x="-78841" y="5780314"/>
                </a:lnTo>
                <a:lnTo>
                  <a:pt x="-78931" y="5682343"/>
                </a:lnTo>
                <a:lnTo>
                  <a:pt x="-78871" y="5584371"/>
                </a:lnTo>
                <a:lnTo>
                  <a:pt x="-78685" y="5486400"/>
                </a:lnTo>
                <a:lnTo>
                  <a:pt x="-78360" y="5388429"/>
                </a:lnTo>
                <a:lnTo>
                  <a:pt x="-77858" y="5290457"/>
                </a:lnTo>
                <a:lnTo>
                  <a:pt x="-77121" y="5192486"/>
                </a:lnTo>
                <a:lnTo>
                  <a:pt x="-76073" y="5094514"/>
                </a:lnTo>
                <a:lnTo>
                  <a:pt x="-74630" y="4996543"/>
                </a:lnTo>
                <a:lnTo>
                  <a:pt x="-72696" y="4898571"/>
                </a:lnTo>
                <a:lnTo>
                  <a:pt x="-70181" y="4800600"/>
                </a:lnTo>
                <a:lnTo>
                  <a:pt x="-66996" y="4702629"/>
                </a:lnTo>
                <a:lnTo>
                  <a:pt x="-63069" y="4604657"/>
                </a:lnTo>
                <a:lnTo>
                  <a:pt x="-58346" y="4506686"/>
                </a:lnTo>
                <a:lnTo>
                  <a:pt x="-52794" y="4408714"/>
                </a:lnTo>
                <a:lnTo>
                  <a:pt x="-46399" y="4310743"/>
                </a:lnTo>
                <a:lnTo>
                  <a:pt x="-39153" y="4212771"/>
                </a:lnTo>
                <a:lnTo>
                  <a:pt x="-31046" y="4114800"/>
                </a:lnTo>
                <a:lnTo>
                  <a:pt x="-22049" y="4016829"/>
                </a:lnTo>
                <a:lnTo>
                  <a:pt x="-12104" y="3918857"/>
                </a:lnTo>
                <a:lnTo>
                  <a:pt x="-1114" y="3820886"/>
                </a:lnTo>
                <a:lnTo>
                  <a:pt x="11051" y="3722914"/>
                </a:lnTo>
                <a:lnTo>
                  <a:pt x="24538" y="3624943"/>
                </a:lnTo>
                <a:lnTo>
                  <a:pt x="39486" y="3526971"/>
                </a:lnTo>
                <a:lnTo>
                  <a:pt x="55985" y="3429000"/>
                </a:lnTo>
                <a:lnTo>
                  <a:pt x="74036" y="3331029"/>
                </a:lnTo>
                <a:lnTo>
                  <a:pt x="93517" y="3233057"/>
                </a:lnTo>
                <a:lnTo>
                  <a:pt x="114148" y="3135086"/>
                </a:lnTo>
                <a:lnTo>
                  <a:pt x="135481" y="3037114"/>
                </a:lnTo>
                <a:lnTo>
                  <a:pt x="156912" y="2939143"/>
                </a:lnTo>
                <a:lnTo>
                  <a:pt x="177699" y="2841171"/>
                </a:lnTo>
                <a:lnTo>
                  <a:pt x="197018" y="2743200"/>
                </a:lnTo>
                <a:lnTo>
                  <a:pt x="214018" y="2645229"/>
                </a:lnTo>
                <a:lnTo>
                  <a:pt x="227892" y="2547257"/>
                </a:lnTo>
                <a:lnTo>
                  <a:pt x="237945" y="2449286"/>
                </a:lnTo>
                <a:lnTo>
                  <a:pt x="243653" y="2351314"/>
                </a:lnTo>
                <a:lnTo>
                  <a:pt x="244707" y="2253343"/>
                </a:lnTo>
                <a:lnTo>
                  <a:pt x="241047" y="2155371"/>
                </a:lnTo>
                <a:lnTo>
                  <a:pt x="232861" y="2057400"/>
                </a:lnTo>
                <a:lnTo>
                  <a:pt x="220576" y="1959429"/>
                </a:lnTo>
                <a:lnTo>
                  <a:pt x="204822" y="1861457"/>
                </a:lnTo>
                <a:lnTo>
                  <a:pt x="186382" y="1763486"/>
                </a:lnTo>
                <a:lnTo>
                  <a:pt x="166140" y="1665514"/>
                </a:lnTo>
                <a:lnTo>
                  <a:pt x="145015" y="1567543"/>
                </a:lnTo>
                <a:lnTo>
                  <a:pt x="123903" y="1469571"/>
                </a:lnTo>
                <a:lnTo>
                  <a:pt x="103626" y="1371600"/>
                </a:lnTo>
                <a:lnTo>
                  <a:pt x="84892" y="1273629"/>
                </a:lnTo>
                <a:lnTo>
                  <a:pt x="68264" y="1175657"/>
                </a:lnTo>
                <a:lnTo>
                  <a:pt x="54147" y="1077686"/>
                </a:lnTo>
                <a:lnTo>
                  <a:pt x="42785" y="979714"/>
                </a:lnTo>
                <a:lnTo>
                  <a:pt x="34270" y="881743"/>
                </a:lnTo>
                <a:lnTo>
                  <a:pt x="28560" y="783771"/>
                </a:lnTo>
                <a:lnTo>
                  <a:pt x="25498" y="685800"/>
                </a:lnTo>
                <a:lnTo>
                  <a:pt x="24840" y="587829"/>
                </a:lnTo>
                <a:lnTo>
                  <a:pt x="26275" y="489857"/>
                </a:lnTo>
                <a:lnTo>
                  <a:pt x="29454" y="391886"/>
                </a:lnTo>
                <a:lnTo>
                  <a:pt x="34003" y="293914"/>
                </a:lnTo>
                <a:lnTo>
                  <a:pt x="39545" y="195943"/>
                </a:lnTo>
                <a:lnTo>
                  <a:pt x="45708" y="97971"/>
                </a:lnTo>
                <a:lnTo>
                  <a:pt x="52143" y="0"/>
                </a:lnTo>
                <a:moveTo>
                  <a:pt x="-31797" y="6858000"/>
                </a:moveTo>
                <a:lnTo>
                  <a:pt x="-33564" y="6760029"/>
                </a:lnTo>
                <a:lnTo>
                  <a:pt x="-38480" y="6662057"/>
                </a:lnTo>
                <a:lnTo>
                  <a:pt x="-45525" y="6564086"/>
                </a:lnTo>
                <a:lnTo>
                  <a:pt x="-53391" y="6466114"/>
                </a:lnTo>
                <a:lnTo>
                  <a:pt x="-60870" y="6368143"/>
                </a:lnTo>
                <a:lnTo>
                  <a:pt x="-67137" y="6270171"/>
                </a:lnTo>
                <a:lnTo>
                  <a:pt x="-71844" y="6172200"/>
                </a:lnTo>
                <a:lnTo>
                  <a:pt x="-75038" y="6074229"/>
                </a:lnTo>
                <a:lnTo>
                  <a:pt x="-77003" y="5976257"/>
                </a:lnTo>
                <a:lnTo>
                  <a:pt x="-78086" y="5878286"/>
                </a:lnTo>
                <a:lnTo>
                  <a:pt x="-78596" y="5780314"/>
                </a:lnTo>
                <a:lnTo>
                  <a:pt x="-78748" y="5682343"/>
                </a:lnTo>
                <a:lnTo>
                  <a:pt x="-78660" y="5584371"/>
                </a:lnTo>
                <a:lnTo>
                  <a:pt x="-78375" y="5486400"/>
                </a:lnTo>
                <a:lnTo>
                  <a:pt x="-77875" y="5388429"/>
                </a:lnTo>
                <a:lnTo>
                  <a:pt x="-77105" y="5290457"/>
                </a:lnTo>
                <a:lnTo>
                  <a:pt x="-75977" y="5192486"/>
                </a:lnTo>
                <a:lnTo>
                  <a:pt x="-74384" y="5094514"/>
                </a:lnTo>
                <a:lnTo>
                  <a:pt x="-72204" y="4996543"/>
                </a:lnTo>
                <a:lnTo>
                  <a:pt x="-69310" y="4898571"/>
                </a:lnTo>
                <a:lnTo>
                  <a:pt x="-65586" y="4800600"/>
                </a:lnTo>
                <a:lnTo>
                  <a:pt x="-60936" y="4702629"/>
                </a:lnTo>
                <a:lnTo>
                  <a:pt x="-55299" y="4604657"/>
                </a:lnTo>
                <a:lnTo>
                  <a:pt x="-48663" y="4506686"/>
                </a:lnTo>
                <a:lnTo>
                  <a:pt x="-41064" y="4408714"/>
                </a:lnTo>
                <a:lnTo>
                  <a:pt x="-32585" y="4310743"/>
                </a:lnTo>
                <a:lnTo>
                  <a:pt x="-23340" y="4212771"/>
                </a:lnTo>
                <a:lnTo>
                  <a:pt x="-13450" y="4114800"/>
                </a:lnTo>
                <a:lnTo>
                  <a:pt x="-3016" y="4016829"/>
                </a:lnTo>
                <a:lnTo>
                  <a:pt x="7909" y="3918857"/>
                </a:lnTo>
                <a:lnTo>
                  <a:pt x="19343" y="3820886"/>
                </a:lnTo>
                <a:lnTo>
                  <a:pt x="31380" y="3722914"/>
                </a:lnTo>
                <a:lnTo>
                  <a:pt x="44179" y="3624943"/>
                </a:lnTo>
                <a:lnTo>
                  <a:pt x="57936" y="3526971"/>
                </a:lnTo>
                <a:lnTo>
                  <a:pt x="72841" y="3429000"/>
                </a:lnTo>
                <a:lnTo>
                  <a:pt x="89019" y="3331029"/>
                </a:lnTo>
                <a:lnTo>
                  <a:pt x="106481" y="3233057"/>
                </a:lnTo>
                <a:lnTo>
                  <a:pt x="125079" y="3135086"/>
                </a:lnTo>
                <a:lnTo>
                  <a:pt x="144483" y="3037114"/>
                </a:lnTo>
                <a:lnTo>
                  <a:pt x="164174" y="2939143"/>
                </a:lnTo>
                <a:lnTo>
                  <a:pt x="183478" y="2841171"/>
                </a:lnTo>
                <a:lnTo>
                  <a:pt x="201602" y="2743200"/>
                </a:lnTo>
                <a:lnTo>
                  <a:pt x="217710" y="2645229"/>
                </a:lnTo>
                <a:lnTo>
                  <a:pt x="230987" y="2547257"/>
                </a:lnTo>
                <a:lnTo>
                  <a:pt x="240725" y="2449286"/>
                </a:lnTo>
                <a:lnTo>
                  <a:pt x="246378" y="2351314"/>
                </a:lnTo>
                <a:lnTo>
                  <a:pt x="247622" y="2253343"/>
                </a:lnTo>
                <a:lnTo>
                  <a:pt x="244385" y="2155371"/>
                </a:lnTo>
                <a:lnTo>
                  <a:pt x="236849" y="2057400"/>
                </a:lnTo>
                <a:lnTo>
                  <a:pt x="225444" y="1959429"/>
                </a:lnTo>
                <a:lnTo>
                  <a:pt x="210810" y="1861457"/>
                </a:lnTo>
                <a:lnTo>
                  <a:pt x="193747" y="1763486"/>
                </a:lnTo>
                <a:lnTo>
                  <a:pt x="175159" y="1665514"/>
                </a:lnTo>
                <a:lnTo>
                  <a:pt x="155986" y="1567543"/>
                </a:lnTo>
                <a:lnTo>
                  <a:pt x="137148" y="1469571"/>
                </a:lnTo>
                <a:lnTo>
                  <a:pt x="119489" y="1371600"/>
                </a:lnTo>
                <a:lnTo>
                  <a:pt x="103734" y="1273629"/>
                </a:lnTo>
                <a:lnTo>
                  <a:pt x="90457" y="1175657"/>
                </a:lnTo>
                <a:lnTo>
                  <a:pt x="80069" y="1077686"/>
                </a:lnTo>
                <a:lnTo>
                  <a:pt x="72807" y="979714"/>
                </a:lnTo>
                <a:lnTo>
                  <a:pt x="68749" y="881743"/>
                </a:lnTo>
                <a:lnTo>
                  <a:pt x="67825" y="783771"/>
                </a:lnTo>
                <a:lnTo>
                  <a:pt x="69837" y="685800"/>
                </a:lnTo>
                <a:lnTo>
                  <a:pt x="74488" y="587829"/>
                </a:lnTo>
                <a:lnTo>
                  <a:pt x="81401" y="489857"/>
                </a:lnTo>
                <a:lnTo>
                  <a:pt x="90146" y="391886"/>
                </a:lnTo>
                <a:lnTo>
                  <a:pt x="100261" y="293914"/>
                </a:lnTo>
                <a:lnTo>
                  <a:pt x="111271" y="195943"/>
                </a:lnTo>
                <a:lnTo>
                  <a:pt x="122701" y="97971"/>
                </a:lnTo>
                <a:lnTo>
                  <a:pt x="134093" y="0"/>
                </a:lnTo>
                <a:moveTo>
                  <a:pt x="-8197" y="6858000"/>
                </a:moveTo>
                <a:lnTo>
                  <a:pt x="-10843" y="6760029"/>
                </a:lnTo>
                <a:lnTo>
                  <a:pt x="-18203" y="6662057"/>
                </a:lnTo>
                <a:lnTo>
                  <a:pt x="-28753" y="6564086"/>
                </a:lnTo>
                <a:lnTo>
                  <a:pt x="-40532" y="6466114"/>
                </a:lnTo>
                <a:lnTo>
                  <a:pt x="-51730" y="6368143"/>
                </a:lnTo>
                <a:lnTo>
                  <a:pt x="-61114" y="6270171"/>
                </a:lnTo>
                <a:lnTo>
                  <a:pt x="-68162" y="6172200"/>
                </a:lnTo>
                <a:lnTo>
                  <a:pt x="-72946" y="6074229"/>
                </a:lnTo>
                <a:lnTo>
                  <a:pt x="-75888" y="5976257"/>
                </a:lnTo>
                <a:lnTo>
                  <a:pt x="-77512" y="5878286"/>
                </a:lnTo>
                <a:lnTo>
                  <a:pt x="-78278" y="5780314"/>
                </a:lnTo>
                <a:lnTo>
                  <a:pt x="-78510" y="5682343"/>
                </a:lnTo>
                <a:lnTo>
                  <a:pt x="-78387" y="5584371"/>
                </a:lnTo>
                <a:lnTo>
                  <a:pt x="-77973" y="5486400"/>
                </a:lnTo>
                <a:lnTo>
                  <a:pt x="-77246" y="5388429"/>
                </a:lnTo>
                <a:lnTo>
                  <a:pt x="-76127" y="5290457"/>
                </a:lnTo>
                <a:lnTo>
                  <a:pt x="-74493" y="5192486"/>
                </a:lnTo>
                <a:lnTo>
                  <a:pt x="-72192" y="5094514"/>
                </a:lnTo>
                <a:lnTo>
                  <a:pt x="-69056" y="4996543"/>
                </a:lnTo>
                <a:lnTo>
                  <a:pt x="-64917" y="4898571"/>
                </a:lnTo>
                <a:lnTo>
                  <a:pt x="-59625" y="4800600"/>
                </a:lnTo>
                <a:lnTo>
                  <a:pt x="-53073" y="4702629"/>
                </a:lnTo>
                <a:lnTo>
                  <a:pt x="-45219" y="4604657"/>
                </a:lnTo>
                <a:lnTo>
                  <a:pt x="-36100" y="4506686"/>
                </a:lnTo>
                <a:lnTo>
                  <a:pt x="-25845" y="4408714"/>
                </a:lnTo>
                <a:lnTo>
                  <a:pt x="-14662" y="4310743"/>
                </a:lnTo>
                <a:lnTo>
                  <a:pt x="-2823" y="4212771"/>
                </a:lnTo>
                <a:lnTo>
                  <a:pt x="9380" y="4114800"/>
                </a:lnTo>
                <a:lnTo>
                  <a:pt x="21678" y="4016829"/>
                </a:lnTo>
                <a:lnTo>
                  <a:pt x="33875" y="3918857"/>
                </a:lnTo>
                <a:lnTo>
                  <a:pt x="45886" y="3820886"/>
                </a:lnTo>
                <a:lnTo>
                  <a:pt x="57757" y="3722914"/>
                </a:lnTo>
                <a:lnTo>
                  <a:pt x="69664" y="3624943"/>
                </a:lnTo>
                <a:lnTo>
                  <a:pt x="81880" y="3526971"/>
                </a:lnTo>
                <a:lnTo>
                  <a:pt x="94719" y="3429000"/>
                </a:lnTo>
                <a:lnTo>
                  <a:pt x="108469" y="3331029"/>
                </a:lnTo>
                <a:lnTo>
                  <a:pt x="123317" y="3233057"/>
                </a:lnTo>
                <a:lnTo>
                  <a:pt x="139284" y="3135086"/>
                </a:lnTo>
                <a:lnTo>
                  <a:pt x="156191" y="3037114"/>
                </a:lnTo>
                <a:lnTo>
                  <a:pt x="173638" y="2939143"/>
                </a:lnTo>
                <a:lnTo>
                  <a:pt x="191029" y="2841171"/>
                </a:lnTo>
                <a:lnTo>
                  <a:pt x="207621" y="2743200"/>
                </a:lnTo>
                <a:lnTo>
                  <a:pt x="222591" y="2645229"/>
                </a:lnTo>
                <a:lnTo>
                  <a:pt x="235121" y="2547257"/>
                </a:lnTo>
                <a:lnTo>
                  <a:pt x="244480" y="2449286"/>
                </a:lnTo>
                <a:lnTo>
                  <a:pt x="250101" y="2351314"/>
                </a:lnTo>
                <a:lnTo>
                  <a:pt x="251640" y="2253343"/>
                </a:lnTo>
                <a:lnTo>
                  <a:pt x="249007" y="2155371"/>
                </a:lnTo>
                <a:lnTo>
                  <a:pt x="242381" y="2057400"/>
                </a:lnTo>
                <a:lnTo>
                  <a:pt x="232195" y="1959429"/>
                </a:lnTo>
                <a:lnTo>
                  <a:pt x="219103" y="1861457"/>
                </a:lnTo>
                <a:lnTo>
                  <a:pt x="203926" y="1763486"/>
                </a:lnTo>
                <a:lnTo>
                  <a:pt x="187594" y="1665514"/>
                </a:lnTo>
                <a:lnTo>
                  <a:pt x="171077" y="1567543"/>
                </a:lnTo>
                <a:lnTo>
                  <a:pt x="155323" y="1469571"/>
                </a:lnTo>
                <a:lnTo>
                  <a:pt x="141203" y="1371600"/>
                </a:lnTo>
                <a:lnTo>
                  <a:pt x="129460" y="1273629"/>
                </a:lnTo>
                <a:lnTo>
                  <a:pt x="120683" y="1175657"/>
                </a:lnTo>
                <a:lnTo>
                  <a:pt x="115284" y="1077686"/>
                </a:lnTo>
                <a:lnTo>
                  <a:pt x="113490" y="979714"/>
                </a:lnTo>
                <a:lnTo>
                  <a:pt x="115354" y="881743"/>
                </a:lnTo>
                <a:lnTo>
                  <a:pt x="120764" y="783771"/>
                </a:lnTo>
                <a:lnTo>
                  <a:pt x="129466" y="685800"/>
                </a:lnTo>
                <a:lnTo>
                  <a:pt x="141086" y="587829"/>
                </a:lnTo>
                <a:lnTo>
                  <a:pt x="155156" y="489857"/>
                </a:lnTo>
                <a:lnTo>
                  <a:pt x="171141" y="391886"/>
                </a:lnTo>
                <a:lnTo>
                  <a:pt x="188458" y="293914"/>
                </a:lnTo>
                <a:lnTo>
                  <a:pt x="206502" y="195943"/>
                </a:lnTo>
                <a:lnTo>
                  <a:pt x="224661" y="97971"/>
                </a:lnTo>
                <a:lnTo>
                  <a:pt x="242340" y="0"/>
                </a:lnTo>
                <a:moveTo>
                  <a:pt x="17993" y="6858000"/>
                </a:moveTo>
                <a:lnTo>
                  <a:pt x="14372" y="6760029"/>
                </a:lnTo>
                <a:lnTo>
                  <a:pt x="4298" y="6662057"/>
                </a:lnTo>
                <a:lnTo>
                  <a:pt x="-10140" y="6564086"/>
                </a:lnTo>
                <a:lnTo>
                  <a:pt x="-26260" y="6466114"/>
                </a:lnTo>
                <a:lnTo>
                  <a:pt x="-41587" y="6368143"/>
                </a:lnTo>
                <a:lnTo>
                  <a:pt x="-54430" y="6270171"/>
                </a:lnTo>
                <a:lnTo>
                  <a:pt x="-64076" y="6172200"/>
                </a:lnTo>
                <a:lnTo>
                  <a:pt x="-70623" y="6074229"/>
                </a:lnTo>
                <a:lnTo>
                  <a:pt x="-74650" y="5976257"/>
                </a:lnTo>
                <a:lnTo>
                  <a:pt x="-76874" y="5878286"/>
                </a:lnTo>
                <a:lnTo>
                  <a:pt x="-77926" y="5780314"/>
                </a:lnTo>
                <a:lnTo>
                  <a:pt x="-78246" y="5682343"/>
                </a:lnTo>
                <a:lnTo>
                  <a:pt x="-78084" y="5584371"/>
                </a:lnTo>
                <a:lnTo>
                  <a:pt x="-77527" y="5486400"/>
                </a:lnTo>
                <a:lnTo>
                  <a:pt x="-76548" y="5388429"/>
                </a:lnTo>
                <a:lnTo>
                  <a:pt x="-75042" y="5290457"/>
                </a:lnTo>
                <a:lnTo>
                  <a:pt x="-72846" y="5192486"/>
                </a:lnTo>
                <a:lnTo>
                  <a:pt x="-69760" y="5094514"/>
                </a:lnTo>
                <a:lnTo>
                  <a:pt x="-65564" y="4996543"/>
                </a:lnTo>
                <a:lnTo>
                  <a:pt x="-60042" y="4898571"/>
                </a:lnTo>
                <a:lnTo>
                  <a:pt x="-53010" y="4800600"/>
                </a:lnTo>
                <a:lnTo>
                  <a:pt x="-44348" y="4702629"/>
                </a:lnTo>
                <a:lnTo>
                  <a:pt x="-34032" y="4604657"/>
                </a:lnTo>
                <a:lnTo>
                  <a:pt x="-22158" y="4506686"/>
                </a:lnTo>
                <a:lnTo>
                  <a:pt x="-8954" y="4408714"/>
                </a:lnTo>
                <a:lnTo>
                  <a:pt x="5228" y="4310743"/>
                </a:lnTo>
                <a:lnTo>
                  <a:pt x="19945" y="4212771"/>
                </a:lnTo>
                <a:lnTo>
                  <a:pt x="34716" y="4114800"/>
                </a:lnTo>
                <a:lnTo>
                  <a:pt x="49084" y="4016829"/>
                </a:lnTo>
                <a:lnTo>
                  <a:pt x="62694" y="3918857"/>
                </a:lnTo>
                <a:lnTo>
                  <a:pt x="75345" y="3820886"/>
                </a:lnTo>
                <a:lnTo>
                  <a:pt x="87034" y="3722914"/>
                </a:lnTo>
                <a:lnTo>
                  <a:pt x="97953" y="3624943"/>
                </a:lnTo>
                <a:lnTo>
                  <a:pt x="108460" y="3526971"/>
                </a:lnTo>
                <a:lnTo>
                  <a:pt x="119011" y="3429000"/>
                </a:lnTo>
                <a:lnTo>
                  <a:pt x="130072" y="3331029"/>
                </a:lnTo>
                <a:lnTo>
                  <a:pt x="142024" y="3233057"/>
                </a:lnTo>
                <a:lnTo>
                  <a:pt x="155081" y="3135086"/>
                </a:lnTo>
                <a:lnTo>
                  <a:pt x="169228" y="3037114"/>
                </a:lnTo>
                <a:lnTo>
                  <a:pt x="184197" y="2939143"/>
                </a:lnTo>
                <a:lnTo>
                  <a:pt x="199486" y="2841171"/>
                </a:lnTo>
                <a:lnTo>
                  <a:pt x="214401" y="2743200"/>
                </a:lnTo>
                <a:lnTo>
                  <a:pt x="228138" y="2645229"/>
                </a:lnTo>
                <a:lnTo>
                  <a:pt x="239874" y="2547257"/>
                </a:lnTo>
                <a:lnTo>
                  <a:pt x="248859" y="2449286"/>
                </a:lnTo>
                <a:lnTo>
                  <a:pt x="254502" y="2351314"/>
                </a:lnTo>
                <a:lnTo>
                  <a:pt x="256433" y="2253343"/>
                </a:lnTo>
                <a:lnTo>
                  <a:pt x="254549" y="2155371"/>
                </a:lnTo>
                <a:lnTo>
                  <a:pt x="249025" y="2057400"/>
                </a:lnTo>
                <a:lnTo>
                  <a:pt x="240299" y="1959429"/>
                </a:lnTo>
                <a:lnTo>
                  <a:pt x="229041" y="1861457"/>
                </a:lnTo>
                <a:lnTo>
                  <a:pt x="216096" y="1763486"/>
                </a:lnTo>
                <a:lnTo>
                  <a:pt x="202422" y="1665514"/>
                </a:lnTo>
                <a:lnTo>
                  <a:pt x="189021" y="1567543"/>
                </a:lnTo>
                <a:lnTo>
                  <a:pt x="176872" y="1469571"/>
                </a:lnTo>
                <a:lnTo>
                  <a:pt x="166871" y="1371600"/>
                </a:lnTo>
                <a:lnTo>
                  <a:pt x="159782" y="1273629"/>
                </a:lnTo>
                <a:lnTo>
                  <a:pt x="156204" y="1175657"/>
                </a:lnTo>
                <a:lnTo>
                  <a:pt x="156545" y="1077686"/>
                </a:lnTo>
                <a:lnTo>
                  <a:pt x="161016" y="979714"/>
                </a:lnTo>
                <a:lnTo>
                  <a:pt x="169636" y="881743"/>
                </a:lnTo>
                <a:lnTo>
                  <a:pt x="182239" y="783771"/>
                </a:lnTo>
                <a:lnTo>
                  <a:pt x="198500" y="685800"/>
                </a:lnTo>
                <a:lnTo>
                  <a:pt x="217956" y="587829"/>
                </a:lnTo>
                <a:lnTo>
                  <a:pt x="240031" y="489857"/>
                </a:lnTo>
                <a:lnTo>
                  <a:pt x="264063" y="391886"/>
                </a:lnTo>
                <a:lnTo>
                  <a:pt x="289333" y="293914"/>
                </a:lnTo>
                <a:lnTo>
                  <a:pt x="315088" y="195943"/>
                </a:lnTo>
                <a:lnTo>
                  <a:pt x="340562" y="97971"/>
                </a:lnTo>
                <a:lnTo>
                  <a:pt x="365006" y="0"/>
                </a:lnTo>
                <a:moveTo>
                  <a:pt x="46021" y="6858000"/>
                </a:moveTo>
                <a:lnTo>
                  <a:pt x="41356" y="6760029"/>
                </a:lnTo>
                <a:lnTo>
                  <a:pt x="28379" y="6662057"/>
                </a:lnTo>
                <a:lnTo>
                  <a:pt x="9779" y="6564086"/>
                </a:lnTo>
                <a:lnTo>
                  <a:pt x="-10987" y="6466114"/>
                </a:lnTo>
                <a:lnTo>
                  <a:pt x="-30732" y="6368143"/>
                </a:lnTo>
                <a:lnTo>
                  <a:pt x="-47277" y="6270171"/>
                </a:lnTo>
                <a:lnTo>
                  <a:pt x="-59703" y="6172200"/>
                </a:lnTo>
                <a:lnTo>
                  <a:pt x="-68138" y="6074229"/>
                </a:lnTo>
                <a:lnTo>
                  <a:pt x="-73326" y="5976257"/>
                </a:lnTo>
                <a:lnTo>
                  <a:pt x="-76192" y="5878286"/>
                </a:lnTo>
                <a:lnTo>
                  <a:pt x="-77548" y="5780314"/>
                </a:lnTo>
                <a:lnTo>
                  <a:pt x="-77964" y="5682343"/>
                </a:lnTo>
                <a:lnTo>
                  <a:pt x="-77759" y="5584371"/>
                </a:lnTo>
                <a:lnTo>
                  <a:pt x="-77049" y="5486400"/>
                </a:lnTo>
                <a:lnTo>
                  <a:pt x="-75801" y="5388429"/>
                </a:lnTo>
                <a:lnTo>
                  <a:pt x="-73881" y="5290457"/>
                </a:lnTo>
                <a:lnTo>
                  <a:pt x="-71084" y="5192486"/>
                </a:lnTo>
                <a:lnTo>
                  <a:pt x="-67157" y="5094514"/>
                </a:lnTo>
                <a:lnTo>
                  <a:pt x="-61826" y="4996543"/>
                </a:lnTo>
                <a:lnTo>
                  <a:pt x="-54824" y="4898571"/>
                </a:lnTo>
                <a:lnTo>
                  <a:pt x="-45930" y="4800600"/>
                </a:lnTo>
                <a:lnTo>
                  <a:pt x="-35010" y="4702629"/>
                </a:lnTo>
                <a:lnTo>
                  <a:pt x="-22060" y="4604657"/>
                </a:lnTo>
                <a:lnTo>
                  <a:pt x="-7237" y="4506686"/>
                </a:lnTo>
                <a:lnTo>
                  <a:pt x="9121" y="4408714"/>
                </a:lnTo>
                <a:lnTo>
                  <a:pt x="26514" y="4310743"/>
                </a:lnTo>
                <a:lnTo>
                  <a:pt x="44313" y="4212771"/>
                </a:lnTo>
                <a:lnTo>
                  <a:pt x="61831" y="4114800"/>
                </a:lnTo>
                <a:lnTo>
                  <a:pt x="78416" y="4016829"/>
                </a:lnTo>
                <a:lnTo>
                  <a:pt x="93538" y="3918857"/>
                </a:lnTo>
                <a:lnTo>
                  <a:pt x="106876" y="3820886"/>
                </a:lnTo>
                <a:lnTo>
                  <a:pt x="118371" y="3722914"/>
                </a:lnTo>
                <a:lnTo>
                  <a:pt x="128236" y="3624943"/>
                </a:lnTo>
                <a:lnTo>
                  <a:pt x="136917" y="3526971"/>
                </a:lnTo>
                <a:lnTo>
                  <a:pt x="145024" y="3429000"/>
                </a:lnTo>
                <a:lnTo>
                  <a:pt x="153212" y="3331029"/>
                </a:lnTo>
                <a:lnTo>
                  <a:pt x="162074" y="3233057"/>
                </a:lnTo>
                <a:lnTo>
                  <a:pt x="172026" y="3135086"/>
                </a:lnTo>
                <a:lnTo>
                  <a:pt x="183232" y="3037114"/>
                </a:lnTo>
                <a:lnTo>
                  <a:pt x="195568" y="2939143"/>
                </a:lnTo>
                <a:lnTo>
                  <a:pt x="208628" y="2841171"/>
                </a:lnTo>
                <a:lnTo>
                  <a:pt x="221776" y="2743200"/>
                </a:lnTo>
                <a:lnTo>
                  <a:pt x="234229" y="2645229"/>
                </a:lnTo>
                <a:lnTo>
                  <a:pt x="245160" y="2547257"/>
                </a:lnTo>
                <a:lnTo>
                  <a:pt x="253798" y="2449286"/>
                </a:lnTo>
                <a:lnTo>
                  <a:pt x="259526" y="2351314"/>
                </a:lnTo>
                <a:lnTo>
                  <a:pt x="261955" y="2253343"/>
                </a:lnTo>
                <a:lnTo>
                  <a:pt x="260964" y="2155371"/>
                </a:lnTo>
                <a:lnTo>
                  <a:pt x="256726" y="2057400"/>
                </a:lnTo>
                <a:lnTo>
                  <a:pt x="249686" y="1959429"/>
                </a:lnTo>
                <a:lnTo>
                  <a:pt x="240531" y="1861457"/>
                </a:lnTo>
                <a:lnTo>
                  <a:pt x="230132" y="1763486"/>
                </a:lnTo>
                <a:lnTo>
                  <a:pt x="219478" y="1665514"/>
                </a:lnTo>
                <a:lnTo>
                  <a:pt x="209603" y="1567543"/>
                </a:lnTo>
                <a:lnTo>
                  <a:pt x="201517" y="1469571"/>
                </a:lnTo>
                <a:lnTo>
                  <a:pt x="196141" y="1371600"/>
                </a:lnTo>
                <a:lnTo>
                  <a:pt x="194258" y="1273629"/>
                </a:lnTo>
                <a:lnTo>
                  <a:pt x="196470" y="1175657"/>
                </a:lnTo>
                <a:lnTo>
                  <a:pt x="203178" y="1077686"/>
                </a:lnTo>
                <a:lnTo>
                  <a:pt x="214568" y="979714"/>
                </a:lnTo>
                <a:lnTo>
                  <a:pt x="230614" y="881743"/>
                </a:lnTo>
                <a:lnTo>
                  <a:pt x="251087" y="783771"/>
                </a:lnTo>
                <a:lnTo>
                  <a:pt x="275579" y="685800"/>
                </a:lnTo>
                <a:lnTo>
                  <a:pt x="303520" y="587829"/>
                </a:lnTo>
                <a:lnTo>
                  <a:pt x="334212" y="489857"/>
                </a:lnTo>
                <a:lnTo>
                  <a:pt x="366855" y="391886"/>
                </a:lnTo>
                <a:lnTo>
                  <a:pt x="400575" y="293914"/>
                </a:lnTo>
                <a:lnTo>
                  <a:pt x="434457" y="195943"/>
                </a:lnTo>
                <a:lnTo>
                  <a:pt x="467572" y="97971"/>
                </a:lnTo>
                <a:lnTo>
                  <a:pt x="499003" y="0"/>
                </a:lnTo>
                <a:moveTo>
                  <a:pt x="75500" y="6858000"/>
                </a:moveTo>
                <a:lnTo>
                  <a:pt x="69738" y="6760029"/>
                </a:lnTo>
                <a:lnTo>
                  <a:pt x="53706" y="6662057"/>
                </a:lnTo>
                <a:lnTo>
                  <a:pt x="30729" y="6564086"/>
                </a:lnTo>
                <a:lnTo>
                  <a:pt x="5076" y="6466114"/>
                </a:lnTo>
                <a:lnTo>
                  <a:pt x="-19314" y="6368143"/>
                </a:lnTo>
                <a:lnTo>
                  <a:pt x="-39753" y="6270171"/>
                </a:lnTo>
                <a:lnTo>
                  <a:pt x="-55104" y="6172200"/>
                </a:lnTo>
                <a:lnTo>
                  <a:pt x="-65524" y="6074229"/>
                </a:lnTo>
                <a:lnTo>
                  <a:pt x="-71934" y="5976257"/>
                </a:lnTo>
                <a:lnTo>
                  <a:pt x="-75475" y="5878286"/>
                </a:lnTo>
                <a:lnTo>
                  <a:pt x="-77151" y="5780314"/>
                </a:lnTo>
                <a:lnTo>
                  <a:pt x="-77667" y="5682343"/>
                </a:lnTo>
                <a:lnTo>
                  <a:pt x="-77418" y="5584371"/>
                </a:lnTo>
                <a:lnTo>
                  <a:pt x="-76547" y="5486400"/>
                </a:lnTo>
                <a:lnTo>
                  <a:pt x="-75016" y="5388429"/>
                </a:lnTo>
                <a:lnTo>
                  <a:pt x="-72660" y="5290457"/>
                </a:lnTo>
                <a:lnTo>
                  <a:pt x="-69230" y="5192486"/>
                </a:lnTo>
                <a:lnTo>
                  <a:pt x="-64419" y="5094514"/>
                </a:lnTo>
                <a:lnTo>
                  <a:pt x="-57894" y="4996543"/>
                </a:lnTo>
                <a:lnTo>
                  <a:pt x="-49336" y="4898571"/>
                </a:lnTo>
                <a:lnTo>
                  <a:pt x="-38484" y="4800600"/>
                </a:lnTo>
                <a:lnTo>
                  <a:pt x="-25189" y="4702629"/>
                </a:lnTo>
                <a:lnTo>
                  <a:pt x="-9468" y="4604657"/>
                </a:lnTo>
                <a:lnTo>
                  <a:pt x="8456" y="4506686"/>
                </a:lnTo>
                <a:lnTo>
                  <a:pt x="28134" y="4408714"/>
                </a:lnTo>
                <a:lnTo>
                  <a:pt x="48904" y="4310743"/>
                </a:lnTo>
                <a:lnTo>
                  <a:pt x="69943" y="4212771"/>
                </a:lnTo>
                <a:lnTo>
                  <a:pt x="90352" y="4114800"/>
                </a:lnTo>
                <a:lnTo>
                  <a:pt x="109268" y="4016829"/>
                </a:lnTo>
                <a:lnTo>
                  <a:pt x="125982" y="3918857"/>
                </a:lnTo>
                <a:lnTo>
                  <a:pt x="140044" y="3820886"/>
                </a:lnTo>
                <a:lnTo>
                  <a:pt x="151338" y="3722914"/>
                </a:lnTo>
                <a:lnTo>
                  <a:pt x="160095" y="3624943"/>
                </a:lnTo>
                <a:lnTo>
                  <a:pt x="166861" y="3526971"/>
                </a:lnTo>
                <a:lnTo>
                  <a:pt x="172401" y="3429000"/>
                </a:lnTo>
                <a:lnTo>
                  <a:pt x="177575" y="3331029"/>
                </a:lnTo>
                <a:lnTo>
                  <a:pt x="183195" y="3233057"/>
                </a:lnTo>
                <a:lnTo>
                  <a:pt x="189893" y="3135086"/>
                </a:lnTo>
                <a:lnTo>
                  <a:pt x="198023" y="3037114"/>
                </a:lnTo>
                <a:lnTo>
                  <a:pt x="207609" y="2939143"/>
                </a:lnTo>
                <a:lnTo>
                  <a:pt x="218350" y="2841171"/>
                </a:lnTo>
                <a:lnTo>
                  <a:pt x="229671" y="2743200"/>
                </a:lnTo>
                <a:lnTo>
                  <a:pt x="240814" y="2645229"/>
                </a:lnTo>
                <a:lnTo>
                  <a:pt x="250947" y="2547257"/>
                </a:lnTo>
                <a:lnTo>
                  <a:pt x="259280" y="2449286"/>
                </a:lnTo>
                <a:lnTo>
                  <a:pt x="265172" y="2351314"/>
                </a:lnTo>
                <a:lnTo>
                  <a:pt x="268210" y="2253343"/>
                </a:lnTo>
                <a:lnTo>
                  <a:pt x="268261" y="2155371"/>
                </a:lnTo>
                <a:lnTo>
                  <a:pt x="265495" y="2057400"/>
                </a:lnTo>
                <a:lnTo>
                  <a:pt x="260365" y="1959429"/>
                </a:lnTo>
                <a:lnTo>
                  <a:pt x="253578" y="1861457"/>
                </a:lnTo>
                <a:lnTo>
                  <a:pt x="246031" y="1763486"/>
                </a:lnTo>
                <a:lnTo>
                  <a:pt x="238746" y="1665514"/>
                </a:lnTo>
                <a:lnTo>
                  <a:pt x="232788" y="1567543"/>
                </a:lnTo>
                <a:lnTo>
                  <a:pt x="229198" y="1469571"/>
                </a:lnTo>
                <a:lnTo>
                  <a:pt x="228921" y="1371600"/>
                </a:lnTo>
                <a:lnTo>
                  <a:pt x="232752" y="1273629"/>
                </a:lnTo>
                <a:lnTo>
                  <a:pt x="241296" y="1175657"/>
                </a:lnTo>
                <a:lnTo>
                  <a:pt x="254937" y="1077686"/>
                </a:lnTo>
                <a:lnTo>
                  <a:pt x="273828" y="979714"/>
                </a:lnTo>
                <a:lnTo>
                  <a:pt x="297888" y="881743"/>
                </a:lnTo>
                <a:lnTo>
                  <a:pt x="326813" y="783771"/>
                </a:lnTo>
                <a:lnTo>
                  <a:pt x="360098" y="685800"/>
                </a:lnTo>
                <a:lnTo>
                  <a:pt x="397055" y="587829"/>
                </a:lnTo>
                <a:lnTo>
                  <a:pt x="436849" y="489857"/>
                </a:lnTo>
                <a:lnTo>
                  <a:pt x="478527" y="391886"/>
                </a:lnTo>
                <a:lnTo>
                  <a:pt x="521049" y="293914"/>
                </a:lnTo>
                <a:lnTo>
                  <a:pt x="563327" y="195943"/>
                </a:lnTo>
                <a:lnTo>
                  <a:pt x="604255" y="97971"/>
                </a:lnTo>
                <a:lnTo>
                  <a:pt x="642747" y="0"/>
                </a:lnTo>
                <a:moveTo>
                  <a:pt x="106190" y="6858000"/>
                </a:moveTo>
                <a:lnTo>
                  <a:pt x="99284" y="6760029"/>
                </a:lnTo>
                <a:lnTo>
                  <a:pt x="80074" y="6662057"/>
                </a:lnTo>
                <a:lnTo>
                  <a:pt x="52540" y="6564086"/>
                </a:lnTo>
                <a:lnTo>
                  <a:pt x="21799" y="6466114"/>
                </a:lnTo>
                <a:lnTo>
                  <a:pt x="-7428" y="6368143"/>
                </a:lnTo>
                <a:lnTo>
                  <a:pt x="-31921" y="6270171"/>
                </a:lnTo>
                <a:lnTo>
                  <a:pt x="-50316" y="6172200"/>
                </a:lnTo>
                <a:lnTo>
                  <a:pt x="-62803" y="6074229"/>
                </a:lnTo>
                <a:lnTo>
                  <a:pt x="-70484" y="5976257"/>
                </a:lnTo>
                <a:lnTo>
                  <a:pt x="-74728" y="5878286"/>
                </a:lnTo>
                <a:lnTo>
                  <a:pt x="-76738" y="5780314"/>
                </a:lnTo>
                <a:lnTo>
                  <a:pt x="-77358" y="5682343"/>
                </a:lnTo>
                <a:lnTo>
                  <a:pt x="-77062" y="5584371"/>
                </a:lnTo>
                <a:lnTo>
                  <a:pt x="-76024" y="5486400"/>
                </a:lnTo>
                <a:lnTo>
                  <a:pt x="-74198" y="5388429"/>
                </a:lnTo>
                <a:lnTo>
                  <a:pt x="-71389" y="5290457"/>
                </a:lnTo>
                <a:lnTo>
                  <a:pt x="-67300" y="5192486"/>
                </a:lnTo>
                <a:lnTo>
                  <a:pt x="-61569" y="5094514"/>
                </a:lnTo>
                <a:lnTo>
                  <a:pt x="-53802" y="4996543"/>
                </a:lnTo>
                <a:lnTo>
                  <a:pt x="-43623" y="4898571"/>
                </a:lnTo>
                <a:lnTo>
                  <a:pt x="-30732" y="4800600"/>
                </a:lnTo>
                <a:lnTo>
                  <a:pt x="-14964" y="4702629"/>
                </a:lnTo>
                <a:lnTo>
                  <a:pt x="3642" y="4604657"/>
                </a:lnTo>
                <a:lnTo>
                  <a:pt x="24794" y="4506686"/>
                </a:lnTo>
                <a:lnTo>
                  <a:pt x="47927" y="4408714"/>
                </a:lnTo>
                <a:lnTo>
                  <a:pt x="72213" y="4310743"/>
                </a:lnTo>
                <a:lnTo>
                  <a:pt x="96627" y="4212771"/>
                </a:lnTo>
                <a:lnTo>
                  <a:pt x="120046" y="4114800"/>
                </a:lnTo>
                <a:lnTo>
                  <a:pt x="141390" y="4016829"/>
                </a:lnTo>
                <a:lnTo>
                  <a:pt x="159761" y="3918857"/>
                </a:lnTo>
                <a:lnTo>
                  <a:pt x="174579" y="3820886"/>
                </a:lnTo>
                <a:lnTo>
                  <a:pt x="185666" y="3722914"/>
                </a:lnTo>
                <a:lnTo>
                  <a:pt x="193274" y="3624943"/>
                </a:lnTo>
                <a:lnTo>
                  <a:pt x="198049" y="3526971"/>
                </a:lnTo>
                <a:lnTo>
                  <a:pt x="200923" y="3429000"/>
                </a:lnTo>
                <a:lnTo>
                  <a:pt x="202967" y="3331029"/>
                </a:lnTo>
                <a:lnTo>
                  <a:pt x="205223" y="3233057"/>
                </a:lnTo>
                <a:lnTo>
                  <a:pt x="208547" y="3135086"/>
                </a:lnTo>
                <a:lnTo>
                  <a:pt x="213491" y="3037114"/>
                </a:lnTo>
                <a:lnTo>
                  <a:pt x="220236" y="2939143"/>
                </a:lnTo>
                <a:lnTo>
                  <a:pt x="228592" y="2841171"/>
                </a:lnTo>
                <a:lnTo>
                  <a:pt x="238048" y="2743200"/>
                </a:lnTo>
                <a:lnTo>
                  <a:pt x="247871" y="2645229"/>
                </a:lnTo>
                <a:lnTo>
                  <a:pt x="257228" y="2547257"/>
                </a:lnTo>
                <a:lnTo>
                  <a:pt x="265310" y="2449286"/>
                </a:lnTo>
                <a:lnTo>
                  <a:pt x="271453" y="2351314"/>
                </a:lnTo>
                <a:lnTo>
                  <a:pt x="275221" y="2253343"/>
                </a:lnTo>
                <a:lnTo>
                  <a:pt x="276471" y="2155371"/>
                </a:lnTo>
                <a:lnTo>
                  <a:pt x="275367" y="2057400"/>
                </a:lnTo>
                <a:lnTo>
                  <a:pt x="272375" y="1959429"/>
                </a:lnTo>
                <a:lnTo>
                  <a:pt x="268222" y="1861457"/>
                </a:lnTo>
                <a:lnTo>
                  <a:pt x="263834" y="1763486"/>
                </a:lnTo>
                <a:lnTo>
                  <a:pt x="260263" y="1665514"/>
                </a:lnTo>
                <a:lnTo>
                  <a:pt x="258608" y="1567543"/>
                </a:lnTo>
                <a:lnTo>
                  <a:pt x="259937" y="1469571"/>
                </a:lnTo>
                <a:lnTo>
                  <a:pt x="265216" y="1371600"/>
                </a:lnTo>
                <a:lnTo>
                  <a:pt x="275251" y="1273629"/>
                </a:lnTo>
                <a:lnTo>
                  <a:pt x="290639" y="1175657"/>
                </a:lnTo>
                <a:lnTo>
                  <a:pt x="311743" y="1077686"/>
                </a:lnTo>
                <a:lnTo>
                  <a:pt x="338671" y="979714"/>
                </a:lnTo>
                <a:lnTo>
                  <a:pt x="371279" y="881743"/>
                </a:lnTo>
                <a:lnTo>
                  <a:pt x="409175" y="783771"/>
                </a:lnTo>
                <a:lnTo>
                  <a:pt x="451744" y="685800"/>
                </a:lnTo>
                <a:lnTo>
                  <a:pt x="498167" y="587829"/>
                </a:lnTo>
                <a:lnTo>
                  <a:pt x="547458" y="489857"/>
                </a:lnTo>
                <a:lnTo>
                  <a:pt x="598499" y="391886"/>
                </a:lnTo>
                <a:lnTo>
                  <a:pt x="650072" y="293914"/>
                </a:lnTo>
                <a:lnTo>
                  <a:pt x="700907" y="195943"/>
                </a:lnTo>
                <a:lnTo>
                  <a:pt x="749715" y="97971"/>
                </a:lnTo>
                <a:lnTo>
                  <a:pt x="795231" y="0"/>
                </a:lnTo>
                <a:moveTo>
                  <a:pt x="137924" y="6858000"/>
                </a:moveTo>
                <a:lnTo>
                  <a:pt x="129837" y="6760029"/>
                </a:lnTo>
                <a:lnTo>
                  <a:pt x="107339" y="6662057"/>
                </a:lnTo>
                <a:lnTo>
                  <a:pt x="75093" y="6564086"/>
                </a:lnTo>
                <a:lnTo>
                  <a:pt x="39092" y="6466114"/>
                </a:lnTo>
                <a:lnTo>
                  <a:pt x="4862" y="6368143"/>
                </a:lnTo>
                <a:lnTo>
                  <a:pt x="-23822" y="6270171"/>
                </a:lnTo>
                <a:lnTo>
                  <a:pt x="-45364" y="6172200"/>
                </a:lnTo>
                <a:lnTo>
                  <a:pt x="-59989" y="6074229"/>
                </a:lnTo>
                <a:lnTo>
                  <a:pt x="-68985" y="5976257"/>
                </a:lnTo>
                <a:lnTo>
                  <a:pt x="-73956" y="5878286"/>
                </a:lnTo>
                <a:lnTo>
                  <a:pt x="-76310" y="5780314"/>
                </a:lnTo>
                <a:lnTo>
                  <a:pt x="-77038" y="5682343"/>
                </a:lnTo>
                <a:lnTo>
                  <a:pt x="-76695" y="5584371"/>
                </a:lnTo>
                <a:lnTo>
                  <a:pt x="-75483" y="5486400"/>
                </a:lnTo>
                <a:lnTo>
                  <a:pt x="-73352" y="5388429"/>
                </a:lnTo>
                <a:lnTo>
                  <a:pt x="-70074" y="5290457"/>
                </a:lnTo>
                <a:lnTo>
                  <a:pt x="-65305" y="5192486"/>
                </a:lnTo>
                <a:lnTo>
                  <a:pt x="-58621" y="5094514"/>
                </a:lnTo>
                <a:lnTo>
                  <a:pt x="-49569" y="4996543"/>
                </a:lnTo>
                <a:lnTo>
                  <a:pt x="-37715" y="4898571"/>
                </a:lnTo>
                <a:lnTo>
                  <a:pt x="-22716" y="4800600"/>
                </a:lnTo>
                <a:lnTo>
                  <a:pt x="-4391" y="4702629"/>
                </a:lnTo>
                <a:lnTo>
                  <a:pt x="17198" y="4604657"/>
                </a:lnTo>
                <a:lnTo>
                  <a:pt x="41689" y="4506686"/>
                </a:lnTo>
                <a:lnTo>
                  <a:pt x="68395" y="4408714"/>
                </a:lnTo>
                <a:lnTo>
                  <a:pt x="96317" y="4310743"/>
                </a:lnTo>
                <a:lnTo>
                  <a:pt x="124220" y="4212771"/>
                </a:lnTo>
                <a:lnTo>
                  <a:pt x="150753" y="4114800"/>
                </a:lnTo>
                <a:lnTo>
                  <a:pt x="174608" y="4016829"/>
                </a:lnTo>
                <a:lnTo>
                  <a:pt x="194696" y="3918857"/>
                </a:lnTo>
                <a:lnTo>
                  <a:pt x="210297" y="3820886"/>
                </a:lnTo>
                <a:lnTo>
                  <a:pt x="221171" y="3722914"/>
                </a:lnTo>
                <a:lnTo>
                  <a:pt x="227594" y="3624943"/>
                </a:lnTo>
                <a:lnTo>
                  <a:pt x="230316" y="3526971"/>
                </a:lnTo>
                <a:lnTo>
                  <a:pt x="230440" y="3429000"/>
                </a:lnTo>
                <a:lnTo>
                  <a:pt x="229257" y="3331029"/>
                </a:lnTo>
                <a:lnTo>
                  <a:pt x="228045" y="3233057"/>
                </a:lnTo>
                <a:lnTo>
                  <a:pt x="227895" y="3135086"/>
                </a:lnTo>
                <a:lnTo>
                  <a:pt x="229564" y="3037114"/>
                </a:lnTo>
                <a:lnTo>
                  <a:pt x="233397" y="2939143"/>
                </a:lnTo>
                <a:lnTo>
                  <a:pt x="239318" y="2841171"/>
                </a:lnTo>
                <a:lnTo>
                  <a:pt x="246885" y="2743200"/>
                </a:lnTo>
                <a:lnTo>
                  <a:pt x="255394" y="2645229"/>
                </a:lnTo>
                <a:lnTo>
                  <a:pt x="264009" y="2547257"/>
                </a:lnTo>
                <a:lnTo>
                  <a:pt x="271906" y="2449286"/>
                </a:lnTo>
                <a:lnTo>
                  <a:pt x="278396" y="2351314"/>
                </a:lnTo>
                <a:lnTo>
                  <a:pt x="283025" y="2253343"/>
                </a:lnTo>
                <a:lnTo>
                  <a:pt x="285635" y="2155371"/>
                </a:lnTo>
                <a:lnTo>
                  <a:pt x="286393" y="2057400"/>
                </a:lnTo>
                <a:lnTo>
                  <a:pt x="285775" y="1959429"/>
                </a:lnTo>
                <a:lnTo>
                  <a:pt x="284528" y="1861457"/>
                </a:lnTo>
                <a:lnTo>
                  <a:pt x="283608" y="1763486"/>
                </a:lnTo>
                <a:lnTo>
                  <a:pt x="284099" y="1665514"/>
                </a:lnTo>
                <a:lnTo>
                  <a:pt x="287131" y="1567543"/>
                </a:lnTo>
                <a:lnTo>
                  <a:pt x="293797" y="1469571"/>
                </a:lnTo>
                <a:lnTo>
                  <a:pt x="305083" y="1371600"/>
                </a:lnTo>
                <a:lnTo>
                  <a:pt x="321796" y="1273629"/>
                </a:lnTo>
                <a:lnTo>
                  <a:pt x="344523" y="1175657"/>
                </a:lnTo>
                <a:lnTo>
                  <a:pt x="373594" y="1077686"/>
                </a:lnTo>
                <a:lnTo>
                  <a:pt x="409065" y="979714"/>
                </a:lnTo>
                <a:lnTo>
                  <a:pt x="450715" y="881743"/>
                </a:lnTo>
                <a:lnTo>
                  <a:pt x="498054" y="783771"/>
                </a:lnTo>
                <a:lnTo>
                  <a:pt x="550342" y="685800"/>
                </a:lnTo>
                <a:lnTo>
                  <a:pt x="606618" y="587829"/>
                </a:lnTo>
                <a:lnTo>
                  <a:pt x="665732" y="489857"/>
                </a:lnTo>
                <a:lnTo>
                  <a:pt x="726388" y="391886"/>
                </a:lnTo>
                <a:lnTo>
                  <a:pt x="787182" y="293914"/>
                </a:lnTo>
                <a:lnTo>
                  <a:pt x="846651" y="195943"/>
                </a:lnTo>
                <a:lnTo>
                  <a:pt x="903317" y="97971"/>
                </a:lnTo>
                <a:lnTo>
                  <a:pt x="955737" y="0"/>
                </a:lnTo>
                <a:moveTo>
                  <a:pt x="170581" y="6858000"/>
                </a:moveTo>
                <a:lnTo>
                  <a:pt x="161278" y="6760029"/>
                </a:lnTo>
                <a:lnTo>
                  <a:pt x="135397" y="6662057"/>
                </a:lnTo>
                <a:lnTo>
                  <a:pt x="98302" y="6564086"/>
                </a:lnTo>
                <a:lnTo>
                  <a:pt x="56887" y="6466114"/>
                </a:lnTo>
                <a:lnTo>
                  <a:pt x="17510" y="6368143"/>
                </a:lnTo>
                <a:lnTo>
                  <a:pt x="-15487" y="6270171"/>
                </a:lnTo>
                <a:lnTo>
                  <a:pt x="-40269" y="6172200"/>
                </a:lnTo>
                <a:lnTo>
                  <a:pt x="-57093" y="6074229"/>
                </a:lnTo>
                <a:lnTo>
                  <a:pt x="-67442" y="5976257"/>
                </a:lnTo>
                <a:lnTo>
                  <a:pt x="-73161" y="5878286"/>
                </a:lnTo>
                <a:lnTo>
                  <a:pt x="-75870" y="5780314"/>
                </a:lnTo>
                <a:lnTo>
                  <a:pt x="-76709" y="5682343"/>
                </a:lnTo>
                <a:lnTo>
                  <a:pt x="-76317" y="5584371"/>
                </a:lnTo>
                <a:lnTo>
                  <a:pt x="-74927" y="5486400"/>
                </a:lnTo>
                <a:lnTo>
                  <a:pt x="-72481" y="5388429"/>
                </a:lnTo>
                <a:lnTo>
                  <a:pt x="-68721" y="5290457"/>
                </a:lnTo>
                <a:lnTo>
                  <a:pt x="-63251" y="5192486"/>
                </a:lnTo>
                <a:lnTo>
                  <a:pt x="-55588" y="5094514"/>
                </a:lnTo>
                <a:lnTo>
                  <a:pt x="-45214" y="4996543"/>
                </a:lnTo>
                <a:lnTo>
                  <a:pt x="-31636" y="4898571"/>
                </a:lnTo>
                <a:lnTo>
                  <a:pt x="-14466" y="4800600"/>
                </a:lnTo>
                <a:lnTo>
                  <a:pt x="6490" y="4702629"/>
                </a:lnTo>
                <a:lnTo>
                  <a:pt x="31148" y="4604657"/>
                </a:lnTo>
                <a:lnTo>
                  <a:pt x="59075" y="4506686"/>
                </a:lnTo>
                <a:lnTo>
                  <a:pt x="89458" y="4408714"/>
                </a:lnTo>
                <a:lnTo>
                  <a:pt x="121123" y="4310743"/>
                </a:lnTo>
                <a:lnTo>
                  <a:pt x="152618" y="4212771"/>
                </a:lnTo>
                <a:lnTo>
                  <a:pt x="182355" y="4114800"/>
                </a:lnTo>
                <a:lnTo>
                  <a:pt x="208796" y="4016829"/>
                </a:lnTo>
                <a:lnTo>
                  <a:pt x="230651" y="3918857"/>
                </a:lnTo>
                <a:lnTo>
                  <a:pt x="247060" y="3820886"/>
                </a:lnTo>
                <a:lnTo>
                  <a:pt x="257719" y="3722914"/>
                </a:lnTo>
                <a:lnTo>
                  <a:pt x="262927" y="3624943"/>
                </a:lnTo>
                <a:lnTo>
                  <a:pt x="263541" y="3526971"/>
                </a:lnTo>
                <a:lnTo>
                  <a:pt x="260843" y="3429000"/>
                </a:lnTo>
                <a:lnTo>
                  <a:pt x="256347" y="3331029"/>
                </a:lnTo>
                <a:lnTo>
                  <a:pt x="251581" y="3233057"/>
                </a:lnTo>
                <a:lnTo>
                  <a:pt x="247873" y="3135086"/>
                </a:lnTo>
                <a:lnTo>
                  <a:pt x="246194" y="3037114"/>
                </a:lnTo>
                <a:lnTo>
                  <a:pt x="247058" y="2939143"/>
                </a:lnTo>
                <a:lnTo>
                  <a:pt x="250509" y="2841171"/>
                </a:lnTo>
                <a:lnTo>
                  <a:pt x="256176" y="2743200"/>
                </a:lnTo>
                <a:lnTo>
                  <a:pt x="263385" y="2645229"/>
                </a:lnTo>
                <a:lnTo>
                  <a:pt x="271304" y="2547257"/>
                </a:lnTo>
                <a:lnTo>
                  <a:pt x="279091" y="2449286"/>
                </a:lnTo>
                <a:lnTo>
                  <a:pt x="286036" y="2351314"/>
                </a:lnTo>
                <a:lnTo>
                  <a:pt x="291664" y="2253343"/>
                </a:lnTo>
                <a:lnTo>
                  <a:pt x="295808" y="2155371"/>
                </a:lnTo>
                <a:lnTo>
                  <a:pt x="298634" y="2057400"/>
                </a:lnTo>
                <a:lnTo>
                  <a:pt x="300631" y="1959429"/>
                </a:lnTo>
                <a:lnTo>
                  <a:pt x="302571" y="1861457"/>
                </a:lnTo>
                <a:lnTo>
                  <a:pt x="305435" y="1763486"/>
                </a:lnTo>
                <a:lnTo>
                  <a:pt x="310340" y="1665514"/>
                </a:lnTo>
                <a:lnTo>
                  <a:pt x="318446" y="1567543"/>
                </a:lnTo>
                <a:lnTo>
                  <a:pt x="330869" y="1469571"/>
                </a:lnTo>
                <a:lnTo>
                  <a:pt x="348606" y="1371600"/>
                </a:lnTo>
                <a:lnTo>
                  <a:pt x="372465" y="1273629"/>
                </a:lnTo>
                <a:lnTo>
                  <a:pt x="403011" y="1175657"/>
                </a:lnTo>
                <a:lnTo>
                  <a:pt x="440535" y="1077686"/>
                </a:lnTo>
                <a:lnTo>
                  <a:pt x="485029" y="979714"/>
                </a:lnTo>
                <a:lnTo>
                  <a:pt x="536185" y="881743"/>
                </a:lnTo>
                <a:lnTo>
                  <a:pt x="593399" y="783771"/>
                </a:lnTo>
                <a:lnTo>
                  <a:pt x="655796" y="685800"/>
                </a:lnTo>
                <a:lnTo>
                  <a:pt x="722259" y="587829"/>
                </a:lnTo>
                <a:lnTo>
                  <a:pt x="791462" y="489857"/>
                </a:lnTo>
                <a:lnTo>
                  <a:pt x="861921" y="391886"/>
                </a:lnTo>
                <a:lnTo>
                  <a:pt x="932035" y="293914"/>
                </a:lnTo>
                <a:lnTo>
                  <a:pt x="1000143" y="195943"/>
                </a:lnTo>
                <a:lnTo>
                  <a:pt x="1064575" y="97971"/>
                </a:lnTo>
                <a:lnTo>
                  <a:pt x="1123705" y="0"/>
                </a:lnTo>
                <a:moveTo>
                  <a:pt x="204067" y="6858000"/>
                </a:moveTo>
                <a:lnTo>
                  <a:pt x="193517" y="6760029"/>
                </a:lnTo>
                <a:lnTo>
                  <a:pt x="164167" y="6662057"/>
                </a:lnTo>
                <a:lnTo>
                  <a:pt x="122100" y="6564086"/>
                </a:lnTo>
                <a:lnTo>
                  <a:pt x="75134" y="6466114"/>
                </a:lnTo>
                <a:lnTo>
                  <a:pt x="30479" y="6368143"/>
                </a:lnTo>
                <a:lnTo>
                  <a:pt x="-6941" y="6270171"/>
                </a:lnTo>
                <a:lnTo>
                  <a:pt x="-35045" y="6172200"/>
                </a:lnTo>
                <a:lnTo>
                  <a:pt x="-54124" y="6074229"/>
                </a:lnTo>
                <a:lnTo>
                  <a:pt x="-65860" y="5976257"/>
                </a:lnTo>
                <a:lnTo>
                  <a:pt x="-72346" y="5878286"/>
                </a:lnTo>
                <a:lnTo>
                  <a:pt x="-75419" y="5780314"/>
                </a:lnTo>
                <a:lnTo>
                  <a:pt x="-76372" y="5682343"/>
                </a:lnTo>
                <a:lnTo>
                  <a:pt x="-75929" y="5584371"/>
                </a:lnTo>
                <a:lnTo>
                  <a:pt x="-74356" y="5486400"/>
                </a:lnTo>
                <a:lnTo>
                  <a:pt x="-71589" y="5388429"/>
                </a:lnTo>
                <a:lnTo>
                  <a:pt x="-67334" y="5290457"/>
                </a:lnTo>
                <a:lnTo>
                  <a:pt x="-61146" y="5192486"/>
                </a:lnTo>
                <a:lnTo>
                  <a:pt x="-52478" y="5094514"/>
                </a:lnTo>
                <a:lnTo>
                  <a:pt x="-40748" y="4996543"/>
                </a:lnTo>
                <a:lnTo>
                  <a:pt x="-25402" y="4898571"/>
                </a:lnTo>
                <a:lnTo>
                  <a:pt x="-6007" y="4800600"/>
                </a:lnTo>
                <a:lnTo>
                  <a:pt x="17647" y="4702629"/>
                </a:lnTo>
                <a:lnTo>
                  <a:pt x="45453" y="4604657"/>
                </a:lnTo>
                <a:lnTo>
                  <a:pt x="76904" y="4506686"/>
                </a:lnTo>
                <a:lnTo>
                  <a:pt x="111057" y="4408714"/>
                </a:lnTo>
                <a:lnTo>
                  <a:pt x="146560" y="4310743"/>
                </a:lnTo>
                <a:lnTo>
                  <a:pt x="181737" y="4212771"/>
                </a:lnTo>
                <a:lnTo>
                  <a:pt x="214761" y="4114800"/>
                </a:lnTo>
                <a:lnTo>
                  <a:pt x="243855" y="4016829"/>
                </a:lnTo>
                <a:lnTo>
                  <a:pt x="267524" y="3918857"/>
                </a:lnTo>
                <a:lnTo>
                  <a:pt x="284763" y="3820886"/>
                </a:lnTo>
                <a:lnTo>
                  <a:pt x="295205" y="3722914"/>
                </a:lnTo>
                <a:lnTo>
                  <a:pt x="299172" y="3624943"/>
                </a:lnTo>
                <a:lnTo>
                  <a:pt x="297632" y="3526971"/>
                </a:lnTo>
                <a:lnTo>
                  <a:pt x="292047" y="3429000"/>
                </a:lnTo>
                <a:lnTo>
                  <a:pt x="284167" y="3331029"/>
                </a:lnTo>
                <a:lnTo>
                  <a:pt x="275769" y="3233057"/>
                </a:lnTo>
                <a:lnTo>
                  <a:pt x="268433" y="3135086"/>
                </a:lnTo>
                <a:lnTo>
                  <a:pt x="263345" y="3037114"/>
                </a:lnTo>
                <a:lnTo>
                  <a:pt x="261195" y="2939143"/>
                </a:lnTo>
                <a:lnTo>
                  <a:pt x="262152" y="2841171"/>
                </a:lnTo>
                <a:lnTo>
                  <a:pt x="265920" y="2743200"/>
                </a:lnTo>
                <a:lnTo>
                  <a:pt x="271857" y="2645229"/>
                </a:lnTo>
                <a:lnTo>
                  <a:pt x="279135" y="2547257"/>
                </a:lnTo>
                <a:lnTo>
                  <a:pt x="286897" y="2449286"/>
                </a:lnTo>
                <a:lnTo>
                  <a:pt x="294411" y="2351314"/>
                </a:lnTo>
                <a:lnTo>
                  <a:pt x="301187" y="2253343"/>
                </a:lnTo>
                <a:lnTo>
                  <a:pt x="307046" y="2155371"/>
                </a:lnTo>
                <a:lnTo>
                  <a:pt x="312157" y="2057400"/>
                </a:lnTo>
                <a:lnTo>
                  <a:pt x="317022" y="1959429"/>
                </a:lnTo>
                <a:lnTo>
                  <a:pt x="322436" y="1861457"/>
                </a:lnTo>
                <a:lnTo>
                  <a:pt x="329408" y="1763486"/>
                </a:lnTo>
                <a:lnTo>
                  <a:pt x="339086" y="1665514"/>
                </a:lnTo>
                <a:lnTo>
                  <a:pt x="352657" y="1567543"/>
                </a:lnTo>
                <a:lnTo>
                  <a:pt x="371257" y="1469571"/>
                </a:lnTo>
                <a:lnTo>
                  <a:pt x="395891" y="1371600"/>
                </a:lnTo>
                <a:lnTo>
                  <a:pt x="427356" y="1273629"/>
                </a:lnTo>
                <a:lnTo>
                  <a:pt x="466193" y="1175657"/>
                </a:lnTo>
                <a:lnTo>
                  <a:pt x="512640" y="1077686"/>
                </a:lnTo>
                <a:lnTo>
                  <a:pt x="566615" y="979714"/>
                </a:lnTo>
                <a:lnTo>
                  <a:pt x="627710" y="881743"/>
                </a:lnTo>
                <a:lnTo>
                  <a:pt x="695197" y="783771"/>
                </a:lnTo>
                <a:lnTo>
                  <a:pt x="768053" y="685800"/>
                </a:lnTo>
                <a:lnTo>
                  <a:pt x="844989" y="587829"/>
                </a:lnTo>
                <a:lnTo>
                  <a:pt x="924496" y="489857"/>
                </a:lnTo>
                <a:lnTo>
                  <a:pt x="1004887" y="391886"/>
                </a:lnTo>
                <a:lnTo>
                  <a:pt x="1084360" y="293914"/>
                </a:lnTo>
                <a:lnTo>
                  <a:pt x="1161048" y="195943"/>
                </a:lnTo>
                <a:lnTo>
                  <a:pt x="1233086" y="97971"/>
                </a:lnTo>
                <a:lnTo>
                  <a:pt x="1298668" y="0"/>
                </a:lnTo>
                <a:moveTo>
                  <a:pt x="238306" y="6858000"/>
                </a:moveTo>
                <a:lnTo>
                  <a:pt x="226482" y="6760029"/>
                </a:lnTo>
                <a:lnTo>
                  <a:pt x="193585" y="6662057"/>
                </a:lnTo>
                <a:lnTo>
                  <a:pt x="146434" y="6564086"/>
                </a:lnTo>
                <a:lnTo>
                  <a:pt x="93791" y="6466114"/>
                </a:lnTo>
                <a:lnTo>
                  <a:pt x="43740" y="6368143"/>
                </a:lnTo>
                <a:lnTo>
                  <a:pt x="1797" y="6270171"/>
                </a:lnTo>
                <a:lnTo>
                  <a:pt x="-29703" y="6172200"/>
                </a:lnTo>
                <a:lnTo>
                  <a:pt x="-51088" y="6074229"/>
                </a:lnTo>
                <a:lnTo>
                  <a:pt x="-64243" y="5976257"/>
                </a:lnTo>
                <a:lnTo>
                  <a:pt x="-71513" y="5878286"/>
                </a:lnTo>
                <a:lnTo>
                  <a:pt x="-74958" y="5780314"/>
                </a:lnTo>
                <a:lnTo>
                  <a:pt x="-76027" y="5682343"/>
                </a:lnTo>
                <a:lnTo>
                  <a:pt x="-75532" y="5584371"/>
                </a:lnTo>
                <a:lnTo>
                  <a:pt x="-73773" y="5486400"/>
                </a:lnTo>
                <a:lnTo>
                  <a:pt x="-70676" y="5388429"/>
                </a:lnTo>
                <a:lnTo>
                  <a:pt x="-65916" y="5290457"/>
                </a:lnTo>
                <a:lnTo>
                  <a:pt x="-58992" y="5192486"/>
                </a:lnTo>
                <a:lnTo>
                  <a:pt x="-49298" y="5094514"/>
                </a:lnTo>
                <a:lnTo>
                  <a:pt x="-36181" y="4996543"/>
                </a:lnTo>
                <a:lnTo>
                  <a:pt x="-19027" y="4898571"/>
                </a:lnTo>
                <a:lnTo>
                  <a:pt x="2642" y="4800600"/>
                </a:lnTo>
                <a:lnTo>
                  <a:pt x="29055" y="4702629"/>
                </a:lnTo>
                <a:lnTo>
                  <a:pt x="60080" y="4604657"/>
                </a:lnTo>
                <a:lnTo>
                  <a:pt x="95134" y="4506686"/>
                </a:lnTo>
                <a:lnTo>
                  <a:pt x="133144" y="4408714"/>
                </a:lnTo>
                <a:lnTo>
                  <a:pt x="172570" y="4310743"/>
                </a:lnTo>
                <a:lnTo>
                  <a:pt x="211515" y="4212771"/>
                </a:lnTo>
                <a:lnTo>
                  <a:pt x="247901" y="4114800"/>
                </a:lnTo>
                <a:lnTo>
                  <a:pt x="279708" y="4016829"/>
                </a:lnTo>
                <a:lnTo>
                  <a:pt x="305233" y="3918857"/>
                </a:lnTo>
                <a:lnTo>
                  <a:pt x="323325" y="3820886"/>
                </a:lnTo>
                <a:lnTo>
                  <a:pt x="333549" y="3722914"/>
                </a:lnTo>
                <a:lnTo>
                  <a:pt x="336252" y="3624943"/>
                </a:lnTo>
                <a:lnTo>
                  <a:pt x="332515" y="3526971"/>
                </a:lnTo>
                <a:lnTo>
                  <a:pt x="323989" y="3429000"/>
                </a:lnTo>
                <a:lnTo>
                  <a:pt x="312659" y="3331029"/>
                </a:lnTo>
                <a:lnTo>
                  <a:pt x="300565" y="3233057"/>
                </a:lnTo>
                <a:lnTo>
                  <a:pt x="289539" y="3135086"/>
                </a:lnTo>
                <a:lnTo>
                  <a:pt x="280992" y="3037114"/>
                </a:lnTo>
                <a:lnTo>
                  <a:pt x="275795" y="2939143"/>
                </a:lnTo>
                <a:lnTo>
                  <a:pt x="274245" y="2841171"/>
                </a:lnTo>
                <a:lnTo>
                  <a:pt x="276123" y="2743200"/>
                </a:lnTo>
                <a:lnTo>
                  <a:pt x="280824" y="2645229"/>
                </a:lnTo>
                <a:lnTo>
                  <a:pt x="287525" y="2547257"/>
                </a:lnTo>
                <a:lnTo>
                  <a:pt x="295357" y="2449286"/>
                </a:lnTo>
                <a:lnTo>
                  <a:pt x="303567" y="2351314"/>
                </a:lnTo>
                <a:lnTo>
                  <a:pt x="311648" y="2253343"/>
                </a:lnTo>
                <a:lnTo>
                  <a:pt x="319414" y="2155371"/>
                </a:lnTo>
                <a:lnTo>
                  <a:pt x="327036" y="2057400"/>
                </a:lnTo>
                <a:lnTo>
                  <a:pt x="335031" y="1959429"/>
                </a:lnTo>
                <a:lnTo>
                  <a:pt x="344216" y="1861457"/>
                </a:lnTo>
                <a:lnTo>
                  <a:pt x="355629" y="1763486"/>
                </a:lnTo>
                <a:lnTo>
                  <a:pt x="370446" y="1665514"/>
                </a:lnTo>
                <a:lnTo>
                  <a:pt x="389879" y="1567543"/>
                </a:lnTo>
                <a:lnTo>
                  <a:pt x="415079" y="1469571"/>
                </a:lnTo>
                <a:lnTo>
                  <a:pt x="447052" y="1371600"/>
                </a:lnTo>
                <a:lnTo>
                  <a:pt x="486582" y="1273629"/>
                </a:lnTo>
                <a:lnTo>
                  <a:pt x="534171" y="1175657"/>
                </a:lnTo>
                <a:lnTo>
                  <a:pt x="589996" y="1077686"/>
                </a:lnTo>
                <a:lnTo>
                  <a:pt x="653891" y="979714"/>
                </a:lnTo>
                <a:lnTo>
                  <a:pt x="725334" y="881743"/>
                </a:lnTo>
                <a:lnTo>
                  <a:pt x="803461" y="783771"/>
                </a:lnTo>
                <a:lnTo>
                  <a:pt x="887085" y="685800"/>
                </a:lnTo>
                <a:lnTo>
                  <a:pt x="974739" y="587829"/>
                </a:lnTo>
                <a:lnTo>
                  <a:pt x="1064713" y="489857"/>
                </a:lnTo>
                <a:lnTo>
                  <a:pt x="1155114" y="391886"/>
                </a:lnTo>
                <a:lnTo>
                  <a:pt x="1243928" y="293914"/>
                </a:lnTo>
                <a:lnTo>
                  <a:pt x="1329079" y="195943"/>
                </a:lnTo>
                <a:lnTo>
                  <a:pt x="1408504" y="97971"/>
                </a:lnTo>
                <a:lnTo>
                  <a:pt x="1480221" y="0"/>
                </a:lnTo>
                <a:moveTo>
                  <a:pt x="273239" y="6858000"/>
                </a:moveTo>
                <a:lnTo>
                  <a:pt x="260113" y="6760029"/>
                </a:lnTo>
                <a:lnTo>
                  <a:pt x="223597" y="6662057"/>
                </a:lnTo>
                <a:lnTo>
                  <a:pt x="171260" y="6564086"/>
                </a:lnTo>
                <a:lnTo>
                  <a:pt x="112826" y="6466114"/>
                </a:lnTo>
                <a:lnTo>
                  <a:pt x="57269" y="6368143"/>
                </a:lnTo>
                <a:lnTo>
                  <a:pt x="10712" y="6270171"/>
                </a:lnTo>
                <a:lnTo>
                  <a:pt x="-24253" y="6172200"/>
                </a:lnTo>
                <a:lnTo>
                  <a:pt x="-47990" y="6074229"/>
                </a:lnTo>
                <a:lnTo>
                  <a:pt x="-62592" y="5976257"/>
                </a:lnTo>
                <a:lnTo>
                  <a:pt x="-70663" y="5878286"/>
                </a:lnTo>
                <a:lnTo>
                  <a:pt x="-74488" y="5780314"/>
                </a:lnTo>
                <a:lnTo>
                  <a:pt x="-75675" y="5682343"/>
                </a:lnTo>
                <a:lnTo>
                  <a:pt x="-75128" y="5584371"/>
                </a:lnTo>
                <a:lnTo>
                  <a:pt x="-73178" y="5486400"/>
                </a:lnTo>
                <a:lnTo>
                  <a:pt x="-69745" y="5388429"/>
                </a:lnTo>
                <a:lnTo>
                  <a:pt x="-64469" y="5290457"/>
                </a:lnTo>
                <a:lnTo>
                  <a:pt x="-56796" y="5192486"/>
                </a:lnTo>
                <a:lnTo>
                  <a:pt x="-46054" y="5094514"/>
                </a:lnTo>
                <a:lnTo>
                  <a:pt x="-31522" y="4996543"/>
                </a:lnTo>
                <a:lnTo>
                  <a:pt x="-12524" y="4898571"/>
                </a:lnTo>
                <a:lnTo>
                  <a:pt x="11467" y="4800600"/>
                </a:lnTo>
                <a:lnTo>
                  <a:pt x="40695" y="4702629"/>
                </a:lnTo>
                <a:lnTo>
                  <a:pt x="75004" y="4604657"/>
                </a:lnTo>
                <a:lnTo>
                  <a:pt x="113734" y="4506686"/>
                </a:lnTo>
                <a:lnTo>
                  <a:pt x="155678" y="4408714"/>
                </a:lnTo>
                <a:lnTo>
                  <a:pt x="199109" y="4310743"/>
                </a:lnTo>
                <a:lnTo>
                  <a:pt x="241898" y="4212771"/>
                </a:lnTo>
                <a:lnTo>
                  <a:pt x="281714" y="4114800"/>
                </a:lnTo>
                <a:lnTo>
                  <a:pt x="316291" y="4016829"/>
                </a:lnTo>
                <a:lnTo>
                  <a:pt x="343714" y="3918857"/>
                </a:lnTo>
                <a:lnTo>
                  <a:pt x="362678" y="3820886"/>
                </a:lnTo>
                <a:lnTo>
                  <a:pt x="372683" y="3722914"/>
                </a:lnTo>
                <a:lnTo>
                  <a:pt x="374102" y="3624943"/>
                </a:lnTo>
                <a:lnTo>
                  <a:pt x="368132" y="3526971"/>
                </a:lnTo>
                <a:lnTo>
                  <a:pt x="356615" y="3429000"/>
                </a:lnTo>
                <a:lnTo>
                  <a:pt x="341781" y="3331029"/>
                </a:lnTo>
                <a:lnTo>
                  <a:pt x="325933" y="3233057"/>
                </a:lnTo>
                <a:lnTo>
                  <a:pt x="311165" y="3135086"/>
                </a:lnTo>
                <a:lnTo>
                  <a:pt x="299119" y="3037114"/>
                </a:lnTo>
                <a:lnTo>
                  <a:pt x="290850" y="2939143"/>
                </a:lnTo>
                <a:lnTo>
                  <a:pt x="286788" y="2841171"/>
                </a:lnTo>
                <a:lnTo>
                  <a:pt x="286796" y="2743200"/>
                </a:lnTo>
                <a:lnTo>
                  <a:pt x="290307" y="2645229"/>
                </a:lnTo>
                <a:lnTo>
                  <a:pt x="296505" y="2547257"/>
                </a:lnTo>
                <a:lnTo>
                  <a:pt x="304510" y="2449286"/>
                </a:lnTo>
                <a:lnTo>
                  <a:pt x="313551" y="2351314"/>
                </a:lnTo>
                <a:lnTo>
                  <a:pt x="323105" y="2253343"/>
                </a:lnTo>
                <a:lnTo>
                  <a:pt x="332980" y="2155371"/>
                </a:lnTo>
                <a:lnTo>
                  <a:pt x="343350" y="2057400"/>
                </a:lnTo>
                <a:lnTo>
                  <a:pt x="354747" y="1959429"/>
                </a:lnTo>
                <a:lnTo>
                  <a:pt x="368010" y="1861457"/>
                </a:lnTo>
                <a:lnTo>
                  <a:pt x="384206" y="1763486"/>
                </a:lnTo>
                <a:lnTo>
                  <a:pt x="404535" y="1665514"/>
                </a:lnTo>
                <a:lnTo>
                  <a:pt x="430232" y="1567543"/>
                </a:lnTo>
                <a:lnTo>
                  <a:pt x="462459" y="1469571"/>
                </a:lnTo>
                <a:lnTo>
                  <a:pt x="502216" y="1371600"/>
                </a:lnTo>
                <a:lnTo>
                  <a:pt x="550264" y="1273629"/>
                </a:lnTo>
                <a:lnTo>
                  <a:pt x="607058" y="1175657"/>
                </a:lnTo>
                <a:lnTo>
                  <a:pt x="672705" y="1077686"/>
                </a:lnTo>
                <a:lnTo>
                  <a:pt x="746939" y="979714"/>
                </a:lnTo>
                <a:lnTo>
                  <a:pt x="829114" y="881743"/>
                </a:lnTo>
                <a:lnTo>
                  <a:pt x="918216" y="783771"/>
                </a:lnTo>
                <a:lnTo>
                  <a:pt x="1012884" y="685800"/>
                </a:lnTo>
                <a:lnTo>
                  <a:pt x="1111456" y="587829"/>
                </a:lnTo>
                <a:lnTo>
                  <a:pt x="1212015" y="489857"/>
                </a:lnTo>
                <a:lnTo>
                  <a:pt x="1312453" y="391886"/>
                </a:lnTo>
                <a:lnTo>
                  <a:pt x="1410535" y="293914"/>
                </a:lnTo>
                <a:lnTo>
                  <a:pt x="1503976" y="195943"/>
                </a:lnTo>
                <a:lnTo>
                  <a:pt x="1590517" y="97971"/>
                </a:lnTo>
                <a:lnTo>
                  <a:pt x="1667999" y="0"/>
                </a:lnTo>
                <a:moveTo>
                  <a:pt x="308813" y="6858000"/>
                </a:moveTo>
                <a:lnTo>
                  <a:pt x="294363" y="6760029"/>
                </a:lnTo>
                <a:lnTo>
                  <a:pt x="254161" y="6662057"/>
                </a:lnTo>
                <a:lnTo>
                  <a:pt x="196542" y="6564086"/>
                </a:lnTo>
                <a:lnTo>
                  <a:pt x="132211" y="6466114"/>
                </a:lnTo>
                <a:lnTo>
                  <a:pt x="71047" y="6368143"/>
                </a:lnTo>
                <a:lnTo>
                  <a:pt x="19792" y="6270171"/>
                </a:lnTo>
                <a:lnTo>
                  <a:pt x="-18703" y="6172200"/>
                </a:lnTo>
                <a:lnTo>
                  <a:pt x="-44836" y="6074229"/>
                </a:lnTo>
                <a:lnTo>
                  <a:pt x="-60912" y="5976257"/>
                </a:lnTo>
                <a:lnTo>
                  <a:pt x="-69797" y="5878286"/>
                </a:lnTo>
                <a:lnTo>
                  <a:pt x="-74009" y="5780314"/>
                </a:lnTo>
                <a:lnTo>
                  <a:pt x="-75317" y="5682343"/>
                </a:lnTo>
                <a:lnTo>
                  <a:pt x="-74716" y="5584371"/>
                </a:lnTo>
                <a:lnTo>
                  <a:pt x="-72572" y="5486400"/>
                </a:lnTo>
                <a:lnTo>
                  <a:pt x="-68797" y="5388429"/>
                </a:lnTo>
                <a:lnTo>
                  <a:pt x="-62995" y="5290457"/>
                </a:lnTo>
                <a:lnTo>
                  <a:pt x="-54559" y="5192486"/>
                </a:lnTo>
                <a:lnTo>
                  <a:pt x="-42749" y="5094514"/>
                </a:lnTo>
                <a:lnTo>
                  <a:pt x="-26777" y="4996543"/>
                </a:lnTo>
                <a:lnTo>
                  <a:pt x="-5901" y="4898571"/>
                </a:lnTo>
                <a:lnTo>
                  <a:pt x="20454" y="4800600"/>
                </a:lnTo>
                <a:lnTo>
                  <a:pt x="52549" y="4702629"/>
                </a:lnTo>
                <a:lnTo>
                  <a:pt x="90202" y="4604657"/>
                </a:lnTo>
                <a:lnTo>
                  <a:pt x="132676" y="4506686"/>
                </a:lnTo>
                <a:lnTo>
                  <a:pt x="178627" y="4408714"/>
                </a:lnTo>
                <a:lnTo>
                  <a:pt x="226137" y="4310743"/>
                </a:lnTo>
                <a:lnTo>
                  <a:pt x="272841" y="4212771"/>
                </a:lnTo>
                <a:lnTo>
                  <a:pt x="316153" y="4114800"/>
                </a:lnTo>
                <a:lnTo>
                  <a:pt x="353553" y="4016829"/>
                </a:lnTo>
                <a:lnTo>
                  <a:pt x="382909" y="3918857"/>
                </a:lnTo>
                <a:lnTo>
                  <a:pt x="402766" y="3820886"/>
                </a:lnTo>
                <a:lnTo>
                  <a:pt x="412553" y="3722914"/>
                </a:lnTo>
                <a:lnTo>
                  <a:pt x="412671" y="3624943"/>
                </a:lnTo>
                <a:lnTo>
                  <a:pt x="404435" y="3526971"/>
                </a:lnTo>
                <a:lnTo>
                  <a:pt x="389884" y="3429000"/>
                </a:lnTo>
                <a:lnTo>
                  <a:pt x="371495" y="3331029"/>
                </a:lnTo>
                <a:lnTo>
                  <a:pt x="351845" y="3233057"/>
                </a:lnTo>
                <a:lnTo>
                  <a:pt x="333291" y="3135086"/>
                </a:lnTo>
                <a:lnTo>
                  <a:pt x="317713" y="3037114"/>
                </a:lnTo>
                <a:lnTo>
                  <a:pt x="306357" y="2939143"/>
                </a:lnTo>
                <a:lnTo>
                  <a:pt x="299788" y="2841171"/>
                </a:lnTo>
                <a:lnTo>
                  <a:pt x="297954" y="2743200"/>
                </a:lnTo>
                <a:lnTo>
                  <a:pt x="300330" y="2645229"/>
                </a:lnTo>
                <a:lnTo>
                  <a:pt x="306108" y="2547257"/>
                </a:lnTo>
                <a:lnTo>
                  <a:pt x="314399" y="2449286"/>
                </a:lnTo>
                <a:lnTo>
                  <a:pt x="324417" y="2351314"/>
                </a:lnTo>
                <a:lnTo>
                  <a:pt x="335622" y="2253343"/>
                </a:lnTo>
                <a:lnTo>
                  <a:pt x="347818" y="2155371"/>
                </a:lnTo>
                <a:lnTo>
                  <a:pt x="361183" y="2057400"/>
                </a:lnTo>
                <a:lnTo>
                  <a:pt x="376265" y="1959429"/>
                </a:lnTo>
                <a:lnTo>
                  <a:pt x="393923" y="1861457"/>
                </a:lnTo>
                <a:lnTo>
                  <a:pt x="415252" y="1763486"/>
                </a:lnTo>
                <a:lnTo>
                  <a:pt x="441476" y="1665514"/>
                </a:lnTo>
                <a:lnTo>
                  <a:pt x="473846" y="1567543"/>
                </a:lnTo>
                <a:lnTo>
                  <a:pt x="513528" y="1469571"/>
                </a:lnTo>
                <a:lnTo>
                  <a:pt x="561514" y="1371600"/>
                </a:lnTo>
                <a:lnTo>
                  <a:pt x="618530" y="1273629"/>
                </a:lnTo>
                <a:lnTo>
                  <a:pt x="684974" y="1175657"/>
                </a:lnTo>
                <a:lnTo>
                  <a:pt x="760872" y="1077686"/>
                </a:lnTo>
                <a:lnTo>
                  <a:pt x="845847" y="979714"/>
                </a:lnTo>
                <a:lnTo>
                  <a:pt x="939114" y="881743"/>
                </a:lnTo>
                <a:lnTo>
                  <a:pt x="1039496" y="783771"/>
                </a:lnTo>
                <a:lnTo>
                  <a:pt x="1145447" y="685800"/>
                </a:lnTo>
                <a:lnTo>
                  <a:pt x="1255098" y="587829"/>
                </a:lnTo>
                <a:lnTo>
                  <a:pt x="1366315" y="489857"/>
                </a:lnTo>
                <a:lnTo>
                  <a:pt x="1476766" y="391886"/>
                </a:lnTo>
                <a:lnTo>
                  <a:pt x="1583995" y="293914"/>
                </a:lnTo>
                <a:lnTo>
                  <a:pt x="1685502" y="195943"/>
                </a:lnTo>
                <a:lnTo>
                  <a:pt x="1778833" y="97971"/>
                </a:lnTo>
                <a:lnTo>
                  <a:pt x="1861659" y="0"/>
                </a:lnTo>
                <a:moveTo>
                  <a:pt x="344985" y="6858000"/>
                </a:moveTo>
                <a:lnTo>
                  <a:pt x="329188" y="6760029"/>
                </a:lnTo>
                <a:lnTo>
                  <a:pt x="285240" y="6662057"/>
                </a:lnTo>
                <a:lnTo>
                  <a:pt x="222249" y="6564086"/>
                </a:lnTo>
                <a:lnTo>
                  <a:pt x="151922" y="6466114"/>
                </a:lnTo>
                <a:lnTo>
                  <a:pt x="85057" y="6368143"/>
                </a:lnTo>
                <a:lnTo>
                  <a:pt x="29023" y="6270171"/>
                </a:lnTo>
                <a:lnTo>
                  <a:pt x="-13059" y="6172200"/>
                </a:lnTo>
                <a:lnTo>
                  <a:pt x="-41628" y="6074229"/>
                </a:lnTo>
                <a:lnTo>
                  <a:pt x="-59203" y="5976257"/>
                </a:lnTo>
                <a:lnTo>
                  <a:pt x="-68917" y="5878286"/>
                </a:lnTo>
                <a:lnTo>
                  <a:pt x="-73521" y="5780314"/>
                </a:lnTo>
                <a:lnTo>
                  <a:pt x="-74952" y="5682343"/>
                </a:lnTo>
                <a:lnTo>
                  <a:pt x="-74297" y="5584371"/>
                </a:lnTo>
                <a:lnTo>
                  <a:pt x="-71955" y="5486400"/>
                </a:lnTo>
                <a:lnTo>
                  <a:pt x="-67833" y="5388429"/>
                </a:lnTo>
                <a:lnTo>
                  <a:pt x="-61496" y="5290457"/>
                </a:lnTo>
                <a:lnTo>
                  <a:pt x="-52284" y="5192486"/>
                </a:lnTo>
                <a:lnTo>
                  <a:pt x="-39389" y="5094514"/>
                </a:lnTo>
                <a:lnTo>
                  <a:pt x="-21953" y="4996543"/>
                </a:lnTo>
                <a:lnTo>
                  <a:pt x="834" y="4898571"/>
                </a:lnTo>
                <a:lnTo>
                  <a:pt x="29592" y="4800600"/>
                </a:lnTo>
                <a:lnTo>
                  <a:pt x="64603" y="4702629"/>
                </a:lnTo>
                <a:lnTo>
                  <a:pt x="105657" y="4604657"/>
                </a:lnTo>
                <a:lnTo>
                  <a:pt x="151938" y="4506686"/>
                </a:lnTo>
                <a:lnTo>
                  <a:pt x="201965" y="4408714"/>
                </a:lnTo>
                <a:lnTo>
                  <a:pt x="253622" y="4310743"/>
                </a:lnTo>
                <a:lnTo>
                  <a:pt x="304309" y="4212771"/>
                </a:lnTo>
                <a:lnTo>
                  <a:pt x="351176" y="4114800"/>
                </a:lnTo>
                <a:lnTo>
                  <a:pt x="391448" y="4016829"/>
                </a:lnTo>
                <a:lnTo>
                  <a:pt x="422773" y="3918857"/>
                </a:lnTo>
                <a:lnTo>
                  <a:pt x="443541" y="3820886"/>
                </a:lnTo>
                <a:lnTo>
                  <a:pt x="453112" y="3722914"/>
                </a:lnTo>
                <a:lnTo>
                  <a:pt x="451914" y="3624943"/>
                </a:lnTo>
                <a:lnTo>
                  <a:pt x="441384" y="3526971"/>
                </a:lnTo>
                <a:lnTo>
                  <a:pt x="423760" y="3429000"/>
                </a:lnTo>
                <a:lnTo>
                  <a:pt x="401774" y="3331029"/>
                </a:lnTo>
                <a:lnTo>
                  <a:pt x="378278" y="3233057"/>
                </a:lnTo>
                <a:lnTo>
                  <a:pt x="355903" y="3135086"/>
                </a:lnTo>
                <a:lnTo>
                  <a:pt x="336770" y="3037114"/>
                </a:lnTo>
                <a:lnTo>
                  <a:pt x="322318" y="2939143"/>
                </a:lnTo>
                <a:lnTo>
                  <a:pt x="313254" y="2841171"/>
                </a:lnTo>
                <a:lnTo>
                  <a:pt x="309616" y="2743200"/>
                </a:lnTo>
                <a:lnTo>
                  <a:pt x="310920" y="2645229"/>
                </a:lnTo>
                <a:lnTo>
                  <a:pt x="316371" y="2547257"/>
                </a:lnTo>
                <a:lnTo>
                  <a:pt x="325071" y="2449286"/>
                </a:lnTo>
                <a:lnTo>
                  <a:pt x="336219" y="2351314"/>
                </a:lnTo>
                <a:lnTo>
                  <a:pt x="349265" y="2253343"/>
                </a:lnTo>
                <a:lnTo>
                  <a:pt x="364004" y="2155371"/>
                </a:lnTo>
                <a:lnTo>
                  <a:pt x="380623" y="2057400"/>
                </a:lnTo>
                <a:lnTo>
                  <a:pt x="399683" y="1959429"/>
                </a:lnTo>
                <a:lnTo>
                  <a:pt x="422065" y="1861457"/>
                </a:lnTo>
                <a:lnTo>
                  <a:pt x="448887" y="1763486"/>
                </a:lnTo>
                <a:lnTo>
                  <a:pt x="481396" y="1665514"/>
                </a:lnTo>
                <a:lnTo>
                  <a:pt x="520853" y="1567543"/>
                </a:lnTo>
                <a:lnTo>
                  <a:pt x="568425" y="1469571"/>
                </a:lnTo>
                <a:lnTo>
                  <a:pt x="625083" y="1371600"/>
                </a:lnTo>
                <a:lnTo>
                  <a:pt x="691513" y="1273629"/>
                </a:lnTo>
                <a:lnTo>
                  <a:pt x="768045" y="1175657"/>
                </a:lnTo>
                <a:lnTo>
                  <a:pt x="854609" y="1077686"/>
                </a:lnTo>
                <a:lnTo>
                  <a:pt x="950706" y="979714"/>
                </a:lnTo>
                <a:lnTo>
                  <a:pt x="1055402" y="881743"/>
                </a:lnTo>
                <a:lnTo>
                  <a:pt x="1167339" y="783771"/>
                </a:lnTo>
                <a:lnTo>
                  <a:pt x="1284776" y="685800"/>
                </a:lnTo>
                <a:lnTo>
                  <a:pt x="1405627" y="587829"/>
                </a:lnTo>
                <a:lnTo>
                  <a:pt x="1527531" y="489857"/>
                </a:lnTo>
                <a:lnTo>
                  <a:pt x="1647926" y="391886"/>
                </a:lnTo>
                <a:lnTo>
                  <a:pt x="1764128" y="293914"/>
                </a:lnTo>
                <a:lnTo>
                  <a:pt x="1873427" y="195943"/>
                </a:lnTo>
                <a:lnTo>
                  <a:pt x="1973173" y="97971"/>
                </a:lnTo>
                <a:lnTo>
                  <a:pt x="2060876" y="0"/>
                </a:lnTo>
                <a:moveTo>
                  <a:pt x="381719" y="6858000"/>
                </a:moveTo>
                <a:lnTo>
                  <a:pt x="364554" y="6760029"/>
                </a:lnTo>
                <a:lnTo>
                  <a:pt x="316800" y="6662057"/>
                </a:lnTo>
                <a:lnTo>
                  <a:pt x="248355" y="6564086"/>
                </a:lnTo>
                <a:lnTo>
                  <a:pt x="171939" y="6466114"/>
                </a:lnTo>
                <a:lnTo>
                  <a:pt x="99284" y="6368143"/>
                </a:lnTo>
                <a:lnTo>
                  <a:pt x="38398" y="6270171"/>
                </a:lnTo>
                <a:lnTo>
                  <a:pt x="-7328" y="6172200"/>
                </a:lnTo>
                <a:lnTo>
                  <a:pt x="-38371" y="6074229"/>
                </a:lnTo>
                <a:lnTo>
                  <a:pt x="-57468" y="5976257"/>
                </a:lnTo>
                <a:lnTo>
                  <a:pt x="-68023" y="5878286"/>
                </a:lnTo>
                <a:lnTo>
                  <a:pt x="-73027" y="5780314"/>
                </a:lnTo>
                <a:lnTo>
                  <a:pt x="-74582" y="5682343"/>
                </a:lnTo>
                <a:lnTo>
                  <a:pt x="-73872" y="5584371"/>
                </a:lnTo>
                <a:lnTo>
                  <a:pt x="-71329" y="5486400"/>
                </a:lnTo>
                <a:lnTo>
                  <a:pt x="-66854" y="5388429"/>
                </a:lnTo>
                <a:lnTo>
                  <a:pt x="-59974" y="5290457"/>
                </a:lnTo>
                <a:lnTo>
                  <a:pt x="-49974" y="5192486"/>
                </a:lnTo>
                <a:lnTo>
                  <a:pt x="-35977" y="5094514"/>
                </a:lnTo>
                <a:lnTo>
                  <a:pt x="-17053" y="4996543"/>
                </a:lnTo>
                <a:lnTo>
                  <a:pt x="7674" y="4898571"/>
                </a:lnTo>
                <a:lnTo>
                  <a:pt x="38873" y="4800600"/>
                </a:lnTo>
                <a:lnTo>
                  <a:pt x="76844" y="4702629"/>
                </a:lnTo>
                <a:lnTo>
                  <a:pt x="121352" y="4604657"/>
                </a:lnTo>
                <a:lnTo>
                  <a:pt x="171501" y="4506686"/>
                </a:lnTo>
                <a:lnTo>
                  <a:pt x="225666" y="4408714"/>
                </a:lnTo>
                <a:lnTo>
                  <a:pt x="281536" y="4310743"/>
                </a:lnTo>
                <a:lnTo>
                  <a:pt x="336268" y="4212771"/>
                </a:lnTo>
                <a:lnTo>
                  <a:pt x="386747" y="4114800"/>
                </a:lnTo>
                <a:lnTo>
                  <a:pt x="429938" y="4016829"/>
                </a:lnTo>
                <a:lnTo>
                  <a:pt x="463267" y="3918857"/>
                </a:lnTo>
                <a:lnTo>
                  <a:pt x="484964" y="3820886"/>
                </a:lnTo>
                <a:lnTo>
                  <a:pt x="494321" y="3722914"/>
                </a:lnTo>
                <a:lnTo>
                  <a:pt x="491794" y="3624943"/>
                </a:lnTo>
                <a:lnTo>
                  <a:pt x="478945" y="3526971"/>
                </a:lnTo>
                <a:lnTo>
                  <a:pt x="458216" y="3429000"/>
                </a:lnTo>
                <a:lnTo>
                  <a:pt x="432594" y="3331029"/>
                </a:lnTo>
                <a:lnTo>
                  <a:pt x="405217" y="3233057"/>
                </a:lnTo>
                <a:lnTo>
                  <a:pt x="378991" y="3135086"/>
                </a:lnTo>
                <a:lnTo>
                  <a:pt x="356286" y="3037114"/>
                </a:lnTo>
                <a:lnTo>
                  <a:pt x="338739" y="2939143"/>
                </a:lnTo>
                <a:lnTo>
                  <a:pt x="327202" y="2841171"/>
                </a:lnTo>
                <a:lnTo>
                  <a:pt x="321803" y="2743200"/>
                </a:lnTo>
                <a:lnTo>
                  <a:pt x="322108" y="2645229"/>
                </a:lnTo>
                <a:lnTo>
                  <a:pt x="327332" y="2547257"/>
                </a:lnTo>
                <a:lnTo>
                  <a:pt x="336574" y="2449286"/>
                </a:lnTo>
                <a:lnTo>
                  <a:pt x="349018" y="2351314"/>
                </a:lnTo>
                <a:lnTo>
                  <a:pt x="364103" y="2253343"/>
                </a:lnTo>
                <a:lnTo>
                  <a:pt x="381621" y="2155371"/>
                </a:lnTo>
                <a:lnTo>
                  <a:pt x="401763" y="2057400"/>
                </a:lnTo>
                <a:lnTo>
                  <a:pt x="425105" y="1959429"/>
                </a:lnTo>
                <a:lnTo>
                  <a:pt x="452550" y="1861457"/>
                </a:lnTo>
                <a:lnTo>
                  <a:pt x="485236" y="1763486"/>
                </a:lnTo>
                <a:lnTo>
                  <a:pt x="524426" y="1665514"/>
                </a:lnTo>
                <a:lnTo>
                  <a:pt x="571390" y="1567543"/>
                </a:lnTo>
                <a:lnTo>
                  <a:pt x="627289" y="1469571"/>
                </a:lnTo>
                <a:lnTo>
                  <a:pt x="693064" y="1371600"/>
                </a:lnTo>
                <a:lnTo>
                  <a:pt x="769348" y="1273629"/>
                </a:lnTo>
                <a:lnTo>
                  <a:pt x="856396" y="1175657"/>
                </a:lnTo>
                <a:lnTo>
                  <a:pt x="954029" y="1077686"/>
                </a:lnTo>
                <a:lnTo>
                  <a:pt x="1061611" y="979714"/>
                </a:lnTo>
                <a:lnTo>
                  <a:pt x="1178045" y="881743"/>
                </a:lnTo>
                <a:lnTo>
                  <a:pt x="1301784" y="783771"/>
                </a:lnTo>
                <a:lnTo>
                  <a:pt x="1430875" y="685800"/>
                </a:lnTo>
                <a:lnTo>
                  <a:pt x="1563006" y="587829"/>
                </a:lnTo>
                <a:lnTo>
                  <a:pt x="1695583" y="489857"/>
                </a:lnTo>
                <a:lnTo>
                  <a:pt x="1825805" y="391886"/>
                </a:lnTo>
                <a:lnTo>
                  <a:pt x="1950761" y="293914"/>
                </a:lnTo>
                <a:lnTo>
                  <a:pt x="2067527" y="195943"/>
                </a:lnTo>
                <a:lnTo>
                  <a:pt x="2173268" y="97971"/>
                </a:lnTo>
                <a:lnTo>
                  <a:pt x="2265334" y="0"/>
                </a:lnTo>
                <a:moveTo>
                  <a:pt x="418982" y="6858000"/>
                </a:moveTo>
                <a:lnTo>
                  <a:pt x="400430" y="6760029"/>
                </a:lnTo>
                <a:lnTo>
                  <a:pt x="348815" y="6662057"/>
                </a:lnTo>
                <a:lnTo>
                  <a:pt x="274837" y="6564086"/>
                </a:lnTo>
                <a:lnTo>
                  <a:pt x="192244" y="6466114"/>
                </a:lnTo>
                <a:lnTo>
                  <a:pt x="113715" y="6368143"/>
                </a:lnTo>
                <a:lnTo>
                  <a:pt x="47908" y="6270171"/>
                </a:lnTo>
                <a:lnTo>
                  <a:pt x="-1515" y="6172200"/>
                </a:lnTo>
                <a:lnTo>
                  <a:pt x="-35067" y="6074229"/>
                </a:lnTo>
                <a:lnTo>
                  <a:pt x="-55707" y="5976257"/>
                </a:lnTo>
                <a:lnTo>
                  <a:pt x="-67116" y="5878286"/>
                </a:lnTo>
                <a:lnTo>
                  <a:pt x="-72525" y="5780314"/>
                </a:lnTo>
                <a:lnTo>
                  <a:pt x="-74207" y="5682343"/>
                </a:lnTo>
                <a:lnTo>
                  <a:pt x="-73440" y="5584371"/>
                </a:lnTo>
                <a:lnTo>
                  <a:pt x="-70694" y="5486400"/>
                </a:lnTo>
                <a:lnTo>
                  <a:pt x="-65860" y="5388429"/>
                </a:lnTo>
                <a:lnTo>
                  <a:pt x="-58431" y="5290457"/>
                </a:lnTo>
                <a:lnTo>
                  <a:pt x="-47630" y="5192486"/>
                </a:lnTo>
                <a:lnTo>
                  <a:pt x="-32516" y="5094514"/>
                </a:lnTo>
                <a:lnTo>
                  <a:pt x="-12083" y="4996543"/>
                </a:lnTo>
                <a:lnTo>
                  <a:pt x="14612" y="4898571"/>
                </a:lnTo>
                <a:lnTo>
                  <a:pt x="48288" y="4800600"/>
                </a:lnTo>
                <a:lnTo>
                  <a:pt x="89262" y="4702629"/>
                </a:lnTo>
                <a:lnTo>
                  <a:pt x="137275" y="4604657"/>
                </a:lnTo>
                <a:lnTo>
                  <a:pt x="191346" y="4506686"/>
                </a:lnTo>
                <a:lnTo>
                  <a:pt x="249710" y="4408714"/>
                </a:lnTo>
                <a:lnTo>
                  <a:pt x="309855" y="4310743"/>
                </a:lnTo>
                <a:lnTo>
                  <a:pt x="368692" y="4212771"/>
                </a:lnTo>
                <a:lnTo>
                  <a:pt x="422837" y="4114800"/>
                </a:lnTo>
                <a:lnTo>
                  <a:pt x="468992" y="4016829"/>
                </a:lnTo>
                <a:lnTo>
                  <a:pt x="504355" y="3918857"/>
                </a:lnTo>
                <a:lnTo>
                  <a:pt x="527000" y="3820886"/>
                </a:lnTo>
                <a:lnTo>
                  <a:pt x="536146" y="3722914"/>
                </a:lnTo>
                <a:lnTo>
                  <a:pt x="532281" y="3624943"/>
                </a:lnTo>
                <a:lnTo>
                  <a:pt x="517091" y="3526971"/>
                </a:lnTo>
                <a:lnTo>
                  <a:pt x="493226" y="3429000"/>
                </a:lnTo>
                <a:lnTo>
                  <a:pt x="463936" y="3331029"/>
                </a:lnTo>
                <a:lnTo>
                  <a:pt x="432648" y="3233057"/>
                </a:lnTo>
                <a:lnTo>
                  <a:pt x="402550" y="3135086"/>
                </a:lnTo>
                <a:lnTo>
                  <a:pt x="376262" y="3037114"/>
                </a:lnTo>
                <a:lnTo>
                  <a:pt x="355627" y="2939143"/>
                </a:lnTo>
                <a:lnTo>
                  <a:pt x="341646" y="2841171"/>
                </a:lnTo>
                <a:lnTo>
                  <a:pt x="334541" y="2743200"/>
                </a:lnTo>
                <a:lnTo>
                  <a:pt x="333927" y="2645229"/>
                </a:lnTo>
                <a:lnTo>
                  <a:pt x="339036" y="2547257"/>
                </a:lnTo>
                <a:lnTo>
                  <a:pt x="348962" y="2449286"/>
                </a:lnTo>
                <a:lnTo>
                  <a:pt x="362878" y="2351314"/>
                </a:lnTo>
                <a:lnTo>
                  <a:pt x="380212" y="2253343"/>
                </a:lnTo>
                <a:lnTo>
                  <a:pt x="400754" y="2155371"/>
                </a:lnTo>
                <a:lnTo>
                  <a:pt x="424700" y="2057400"/>
                </a:lnTo>
                <a:lnTo>
                  <a:pt x="452640" y="1959429"/>
                </a:lnTo>
                <a:lnTo>
                  <a:pt x="485496" y="1861457"/>
                </a:lnTo>
                <a:lnTo>
                  <a:pt x="524424" y="1763486"/>
                </a:lnTo>
                <a:lnTo>
                  <a:pt x="570702" y="1665514"/>
                </a:lnTo>
                <a:lnTo>
                  <a:pt x="625601" y="1567543"/>
                </a:lnTo>
                <a:lnTo>
                  <a:pt x="690264" y="1469571"/>
                </a:lnTo>
                <a:lnTo>
                  <a:pt x="765599" y="1371600"/>
                </a:lnTo>
                <a:lnTo>
                  <a:pt x="852175" y="1273629"/>
                </a:lnTo>
                <a:lnTo>
                  <a:pt x="950156" y="1175657"/>
                </a:lnTo>
                <a:lnTo>
                  <a:pt x="1059244" y="1077686"/>
                </a:lnTo>
                <a:lnTo>
                  <a:pt x="1178655" y="979714"/>
                </a:lnTo>
                <a:lnTo>
                  <a:pt x="1307111" y="881743"/>
                </a:lnTo>
                <a:lnTo>
                  <a:pt x="1442866" y="783771"/>
                </a:lnTo>
                <a:lnTo>
                  <a:pt x="1583744" y="685800"/>
                </a:lnTo>
                <a:lnTo>
                  <a:pt x="1727197" y="587829"/>
                </a:lnTo>
                <a:lnTo>
                  <a:pt x="1870387" y="489857"/>
                </a:lnTo>
                <a:lnTo>
                  <a:pt x="2010274" y="391886"/>
                </a:lnTo>
                <a:lnTo>
                  <a:pt x="2143717" y="293914"/>
                </a:lnTo>
                <a:lnTo>
                  <a:pt x="2267581" y="195943"/>
                </a:lnTo>
                <a:lnTo>
                  <a:pt x="2378849" y="97971"/>
                </a:lnTo>
                <a:lnTo>
                  <a:pt x="2474725" y="0"/>
                </a:lnTo>
                <a:moveTo>
                  <a:pt x="456745" y="6858000"/>
                </a:moveTo>
                <a:lnTo>
                  <a:pt x="436787" y="6760029"/>
                </a:lnTo>
                <a:lnTo>
                  <a:pt x="381261" y="6662057"/>
                </a:lnTo>
                <a:lnTo>
                  <a:pt x="301675" y="6564086"/>
                </a:lnTo>
                <a:lnTo>
                  <a:pt x="212821" y="6466114"/>
                </a:lnTo>
                <a:lnTo>
                  <a:pt x="128341" y="6368143"/>
                </a:lnTo>
                <a:lnTo>
                  <a:pt x="57546" y="6270171"/>
                </a:lnTo>
                <a:lnTo>
                  <a:pt x="4377" y="6172200"/>
                </a:lnTo>
                <a:lnTo>
                  <a:pt x="-31718" y="6074229"/>
                </a:lnTo>
                <a:lnTo>
                  <a:pt x="-53923" y="5976257"/>
                </a:lnTo>
                <a:lnTo>
                  <a:pt x="-66197" y="5878286"/>
                </a:lnTo>
                <a:lnTo>
                  <a:pt x="-72016" y="5780314"/>
                </a:lnTo>
                <a:lnTo>
                  <a:pt x="-73826" y="5682343"/>
                </a:lnTo>
                <a:lnTo>
                  <a:pt x="-73003" y="5584371"/>
                </a:lnTo>
                <a:lnTo>
                  <a:pt x="-70051" y="5486400"/>
                </a:lnTo>
                <a:lnTo>
                  <a:pt x="-64854" y="5388429"/>
                </a:lnTo>
                <a:lnTo>
                  <a:pt x="-56866" y="5290457"/>
                </a:lnTo>
                <a:lnTo>
                  <a:pt x="-45255" y="5192486"/>
                </a:lnTo>
                <a:lnTo>
                  <a:pt x="-29008" y="5094514"/>
                </a:lnTo>
                <a:lnTo>
                  <a:pt x="-7045" y="4996543"/>
                </a:lnTo>
                <a:lnTo>
                  <a:pt x="21644" y="4898571"/>
                </a:lnTo>
                <a:lnTo>
                  <a:pt x="57829" y="4800600"/>
                </a:lnTo>
                <a:lnTo>
                  <a:pt x="101848" y="4702629"/>
                </a:lnTo>
                <a:lnTo>
                  <a:pt x="153412" y="4604657"/>
                </a:lnTo>
                <a:lnTo>
                  <a:pt x="211459" y="4506686"/>
                </a:lnTo>
                <a:lnTo>
                  <a:pt x="274079" y="4408714"/>
                </a:lnTo>
                <a:lnTo>
                  <a:pt x="338557" y="4310743"/>
                </a:lnTo>
                <a:lnTo>
                  <a:pt x="401555" y="4212771"/>
                </a:lnTo>
                <a:lnTo>
                  <a:pt x="459417" y="4114800"/>
                </a:lnTo>
                <a:lnTo>
                  <a:pt x="508579" y="4016829"/>
                </a:lnTo>
                <a:lnTo>
                  <a:pt x="546009" y="3918857"/>
                </a:lnTo>
                <a:lnTo>
                  <a:pt x="569619" y="3820886"/>
                </a:lnTo>
                <a:lnTo>
                  <a:pt x="578560" y="3722914"/>
                </a:lnTo>
                <a:lnTo>
                  <a:pt x="573348" y="3624943"/>
                </a:lnTo>
                <a:lnTo>
                  <a:pt x="555798" y="3526971"/>
                </a:lnTo>
                <a:lnTo>
                  <a:pt x="528771" y="3429000"/>
                </a:lnTo>
                <a:lnTo>
                  <a:pt x="495787" y="3331029"/>
                </a:lnTo>
                <a:lnTo>
                  <a:pt x="460563" y="3233057"/>
                </a:lnTo>
                <a:lnTo>
                  <a:pt x="426576" y="3135086"/>
                </a:lnTo>
                <a:lnTo>
                  <a:pt x="396702" y="3037114"/>
                </a:lnTo>
                <a:lnTo>
                  <a:pt x="372995" y="2939143"/>
                </a:lnTo>
                <a:lnTo>
                  <a:pt x="356606" y="2841171"/>
                </a:lnTo>
                <a:lnTo>
                  <a:pt x="347857" y="2743200"/>
                </a:lnTo>
                <a:lnTo>
                  <a:pt x="346414" y="2645229"/>
                </a:lnTo>
                <a:lnTo>
                  <a:pt x="351528" y="2547257"/>
                </a:lnTo>
                <a:lnTo>
                  <a:pt x="362290" y="2449286"/>
                </a:lnTo>
                <a:lnTo>
                  <a:pt x="377865" y="2351314"/>
                </a:lnTo>
                <a:lnTo>
                  <a:pt x="397670" y="2253343"/>
                </a:lnTo>
                <a:lnTo>
                  <a:pt x="421492" y="2155371"/>
                </a:lnTo>
                <a:lnTo>
                  <a:pt x="449534" y="2057400"/>
                </a:lnTo>
                <a:lnTo>
                  <a:pt x="482399" y="1959429"/>
                </a:lnTo>
                <a:lnTo>
                  <a:pt x="521026" y="1861457"/>
                </a:lnTo>
                <a:lnTo>
                  <a:pt x="566586" y="1763486"/>
                </a:lnTo>
                <a:lnTo>
                  <a:pt x="620364" y="1665514"/>
                </a:lnTo>
                <a:lnTo>
                  <a:pt x="683627" y="1567543"/>
                </a:lnTo>
                <a:lnTo>
                  <a:pt x="757497" y="1469571"/>
                </a:lnTo>
                <a:lnTo>
                  <a:pt x="842832" y="1371600"/>
                </a:lnTo>
                <a:lnTo>
                  <a:pt x="940131" y="1273629"/>
                </a:lnTo>
                <a:lnTo>
                  <a:pt x="1049453" y="1175657"/>
                </a:lnTo>
                <a:lnTo>
                  <a:pt x="1170368" y="1077686"/>
                </a:lnTo>
                <a:lnTo>
                  <a:pt x="1301928" y="979714"/>
                </a:lnTo>
                <a:lnTo>
                  <a:pt x="1442666" y="881743"/>
                </a:lnTo>
                <a:lnTo>
                  <a:pt x="1590620" y="783771"/>
                </a:lnTo>
                <a:lnTo>
                  <a:pt x="1743380" y="685800"/>
                </a:lnTo>
                <a:lnTo>
                  <a:pt x="1898155" y="587829"/>
                </a:lnTo>
                <a:lnTo>
                  <a:pt x="2051857" y="489857"/>
                </a:lnTo>
                <a:lnTo>
                  <a:pt x="2201202" y="391886"/>
                </a:lnTo>
                <a:lnTo>
                  <a:pt x="2342819" y="293914"/>
                </a:lnTo>
                <a:lnTo>
                  <a:pt x="2473366" y="195943"/>
                </a:lnTo>
                <a:lnTo>
                  <a:pt x="2589650" y="97971"/>
                </a:lnTo>
                <a:lnTo>
                  <a:pt x="2688742" y="0"/>
                </a:lnTo>
                <a:moveTo>
                  <a:pt x="494984" y="6858000"/>
                </a:moveTo>
                <a:lnTo>
                  <a:pt x="473602" y="6760029"/>
                </a:lnTo>
                <a:lnTo>
                  <a:pt x="414114" y="6662057"/>
                </a:lnTo>
                <a:lnTo>
                  <a:pt x="328851" y="6564086"/>
                </a:lnTo>
                <a:lnTo>
                  <a:pt x="233658" y="6466114"/>
                </a:lnTo>
                <a:lnTo>
                  <a:pt x="143151" y="6368143"/>
                </a:lnTo>
                <a:lnTo>
                  <a:pt x="67305" y="6270171"/>
                </a:lnTo>
                <a:lnTo>
                  <a:pt x="10343" y="6172200"/>
                </a:lnTo>
                <a:lnTo>
                  <a:pt x="-28328" y="6074229"/>
                </a:lnTo>
                <a:lnTo>
                  <a:pt x="-52117" y="5976257"/>
                </a:lnTo>
                <a:lnTo>
                  <a:pt x="-65266" y="5878286"/>
                </a:lnTo>
                <a:lnTo>
                  <a:pt x="-71501" y="5780314"/>
                </a:lnTo>
                <a:lnTo>
                  <a:pt x="-73441" y="5682343"/>
                </a:lnTo>
                <a:lnTo>
                  <a:pt x="-72560" y="5584371"/>
                </a:lnTo>
                <a:lnTo>
                  <a:pt x="-69399" y="5486400"/>
                </a:lnTo>
                <a:lnTo>
                  <a:pt x="-63834" y="5388429"/>
                </a:lnTo>
                <a:lnTo>
                  <a:pt x="-55282" y="5290457"/>
                </a:lnTo>
                <a:lnTo>
                  <a:pt x="-42850" y="5192486"/>
                </a:lnTo>
                <a:lnTo>
                  <a:pt x="-25456" y="5094514"/>
                </a:lnTo>
                <a:lnTo>
                  <a:pt x="-1944" y="4996543"/>
                </a:lnTo>
                <a:lnTo>
                  <a:pt x="28764" y="4898571"/>
                </a:lnTo>
                <a:lnTo>
                  <a:pt x="67491" y="4800600"/>
                </a:lnTo>
                <a:lnTo>
                  <a:pt x="114592" y="4702629"/>
                </a:lnTo>
                <a:lnTo>
                  <a:pt x="169753" y="4604657"/>
                </a:lnTo>
                <a:lnTo>
                  <a:pt x="231827" y="4506686"/>
                </a:lnTo>
                <a:lnTo>
                  <a:pt x="298757" y="4408714"/>
                </a:lnTo>
                <a:lnTo>
                  <a:pt x="367625" y="4310743"/>
                </a:lnTo>
                <a:lnTo>
                  <a:pt x="434838" y="4212771"/>
                </a:lnTo>
                <a:lnTo>
                  <a:pt x="496466" y="4114800"/>
                </a:lnTo>
                <a:lnTo>
                  <a:pt x="548675" y="4016829"/>
                </a:lnTo>
                <a:lnTo>
                  <a:pt x="588202" y="3918857"/>
                </a:lnTo>
                <a:lnTo>
                  <a:pt x="612795" y="3820886"/>
                </a:lnTo>
                <a:lnTo>
                  <a:pt x="621536" y="3722914"/>
                </a:lnTo>
                <a:lnTo>
                  <a:pt x="614970" y="3624943"/>
                </a:lnTo>
                <a:lnTo>
                  <a:pt x="595045" y="3526971"/>
                </a:lnTo>
                <a:lnTo>
                  <a:pt x="564836" y="3429000"/>
                </a:lnTo>
                <a:lnTo>
                  <a:pt x="528134" y="3331029"/>
                </a:lnTo>
                <a:lnTo>
                  <a:pt x="488955" y="3233057"/>
                </a:lnTo>
                <a:lnTo>
                  <a:pt x="451069" y="3135086"/>
                </a:lnTo>
                <a:lnTo>
                  <a:pt x="417615" y="3037114"/>
                </a:lnTo>
                <a:lnTo>
                  <a:pt x="390857" y="2939143"/>
                </a:lnTo>
                <a:lnTo>
                  <a:pt x="372105" y="2841171"/>
                </a:lnTo>
                <a:lnTo>
                  <a:pt x="361782" y="2743200"/>
                </a:lnTo>
                <a:lnTo>
                  <a:pt x="359609" y="2645229"/>
                </a:lnTo>
                <a:lnTo>
                  <a:pt x="364858" y="2547257"/>
                </a:lnTo>
                <a:lnTo>
                  <a:pt x="376620" y="2449286"/>
                </a:lnTo>
                <a:lnTo>
                  <a:pt x="394050" y="2351314"/>
                </a:lnTo>
                <a:lnTo>
                  <a:pt x="416558" y="2253343"/>
                </a:lnTo>
                <a:lnTo>
                  <a:pt x="443929" y="2155371"/>
                </a:lnTo>
                <a:lnTo>
                  <a:pt x="476371" y="2057400"/>
                </a:lnTo>
                <a:lnTo>
                  <a:pt x="514499" y="1959429"/>
                </a:lnTo>
                <a:lnTo>
                  <a:pt x="559266" y="1861457"/>
                </a:lnTo>
                <a:lnTo>
                  <a:pt x="611855" y="1763486"/>
                </a:lnTo>
                <a:lnTo>
                  <a:pt x="673554" y="1665514"/>
                </a:lnTo>
                <a:lnTo>
                  <a:pt x="745618" y="1567543"/>
                </a:lnTo>
                <a:lnTo>
                  <a:pt x="829136" y="1469571"/>
                </a:lnTo>
                <a:lnTo>
                  <a:pt x="924911" y="1371600"/>
                </a:lnTo>
                <a:lnTo>
                  <a:pt x="1033355" y="1273629"/>
                </a:lnTo>
                <a:lnTo>
                  <a:pt x="1154414" y="1175657"/>
                </a:lnTo>
                <a:lnTo>
                  <a:pt x="1287510" y="1077686"/>
                </a:lnTo>
                <a:lnTo>
                  <a:pt x="1431518" y="979714"/>
                </a:lnTo>
                <a:lnTo>
                  <a:pt x="1584768" y="881743"/>
                </a:lnTo>
                <a:lnTo>
                  <a:pt x="1745072" y="783771"/>
                </a:lnTo>
                <a:lnTo>
                  <a:pt x="1909774" y="685800"/>
                </a:lnTo>
                <a:lnTo>
                  <a:pt x="2075831" y="587829"/>
                </a:lnTo>
                <a:lnTo>
                  <a:pt x="2239900" y="489857"/>
                </a:lnTo>
                <a:lnTo>
                  <a:pt x="2398451" y="391886"/>
                </a:lnTo>
                <a:lnTo>
                  <a:pt x="2547883" y="293914"/>
                </a:lnTo>
                <a:lnTo>
                  <a:pt x="2684654" y="195943"/>
                </a:lnTo>
                <a:lnTo>
                  <a:pt x="2805404" y="97971"/>
                </a:lnTo>
                <a:lnTo>
                  <a:pt x="2907079" y="0"/>
                </a:lnTo>
                <a:moveTo>
                  <a:pt x="533675" y="6858000"/>
                </a:moveTo>
                <a:lnTo>
                  <a:pt x="510852" y="6760029"/>
                </a:lnTo>
                <a:lnTo>
                  <a:pt x="447356" y="6662057"/>
                </a:lnTo>
                <a:lnTo>
                  <a:pt x="356349" y="6564086"/>
                </a:lnTo>
                <a:lnTo>
                  <a:pt x="254741" y="6466114"/>
                </a:lnTo>
                <a:lnTo>
                  <a:pt x="158136" y="6368143"/>
                </a:lnTo>
                <a:lnTo>
                  <a:pt x="77180" y="6270171"/>
                </a:lnTo>
                <a:lnTo>
                  <a:pt x="16379" y="6172200"/>
                </a:lnTo>
                <a:lnTo>
                  <a:pt x="-24897" y="6074229"/>
                </a:lnTo>
                <a:lnTo>
                  <a:pt x="-50289" y="5976257"/>
                </a:lnTo>
                <a:lnTo>
                  <a:pt x="-64325" y="5878286"/>
                </a:lnTo>
                <a:lnTo>
                  <a:pt x="-70980" y="5780314"/>
                </a:lnTo>
                <a:lnTo>
                  <a:pt x="-73051" y="5682343"/>
                </a:lnTo>
                <a:lnTo>
                  <a:pt x="-72111" y="5584371"/>
                </a:lnTo>
                <a:lnTo>
                  <a:pt x="-68740" y="5486400"/>
                </a:lnTo>
                <a:lnTo>
                  <a:pt x="-62803" y="5388429"/>
                </a:lnTo>
                <a:lnTo>
                  <a:pt x="-53678" y="5290457"/>
                </a:lnTo>
                <a:lnTo>
                  <a:pt x="-40416" y="5192486"/>
                </a:lnTo>
                <a:lnTo>
                  <a:pt x="-21861" y="5094514"/>
                </a:lnTo>
                <a:lnTo>
                  <a:pt x="3217" y="4996543"/>
                </a:lnTo>
                <a:lnTo>
                  <a:pt x="35970" y="4898571"/>
                </a:lnTo>
                <a:lnTo>
                  <a:pt x="77269" y="4800600"/>
                </a:lnTo>
                <a:lnTo>
                  <a:pt x="127489" y="4702629"/>
                </a:lnTo>
                <a:lnTo>
                  <a:pt x="186289" y="4604657"/>
                </a:lnTo>
                <a:lnTo>
                  <a:pt x="252438" y="4506686"/>
                </a:lnTo>
                <a:lnTo>
                  <a:pt x="323731" y="4408714"/>
                </a:lnTo>
                <a:lnTo>
                  <a:pt x="397040" y="4310743"/>
                </a:lnTo>
                <a:lnTo>
                  <a:pt x="468520" y="4212771"/>
                </a:lnTo>
                <a:lnTo>
                  <a:pt x="533962" y="4114800"/>
                </a:lnTo>
                <a:lnTo>
                  <a:pt x="589257" y="4016829"/>
                </a:lnTo>
                <a:lnTo>
                  <a:pt x="630910" y="3918857"/>
                </a:lnTo>
                <a:lnTo>
                  <a:pt x="656506" y="3820886"/>
                </a:lnTo>
                <a:lnTo>
                  <a:pt x="665052" y="3722914"/>
                </a:lnTo>
                <a:lnTo>
                  <a:pt x="657128" y="3624943"/>
                </a:lnTo>
                <a:lnTo>
                  <a:pt x="634815" y="3526971"/>
                </a:lnTo>
                <a:lnTo>
                  <a:pt x="601407" y="3429000"/>
                </a:lnTo>
                <a:lnTo>
                  <a:pt x="560969" y="3331029"/>
                </a:lnTo>
                <a:lnTo>
                  <a:pt x="517822" y="3233057"/>
                </a:lnTo>
                <a:lnTo>
                  <a:pt x="476034" y="3135086"/>
                </a:lnTo>
                <a:lnTo>
                  <a:pt x="439009" y="3037114"/>
                </a:lnTo>
                <a:lnTo>
                  <a:pt x="409230" y="2939143"/>
                </a:lnTo>
                <a:lnTo>
                  <a:pt x="388167" y="2841171"/>
                </a:lnTo>
                <a:lnTo>
                  <a:pt x="376349" y="2743200"/>
                </a:lnTo>
                <a:lnTo>
                  <a:pt x="373554" y="2645229"/>
                </a:lnTo>
                <a:lnTo>
                  <a:pt x="379078" y="2547257"/>
                </a:lnTo>
                <a:lnTo>
                  <a:pt x="392012" y="2449286"/>
                </a:lnTo>
                <a:lnTo>
                  <a:pt x="411506" y="2351314"/>
                </a:lnTo>
                <a:lnTo>
                  <a:pt x="436962" y="2253343"/>
                </a:lnTo>
                <a:lnTo>
                  <a:pt x="468162" y="2155371"/>
                </a:lnTo>
                <a:lnTo>
                  <a:pt x="505320" y="2057400"/>
                </a:lnTo>
                <a:lnTo>
                  <a:pt x="549060" y="1959429"/>
                </a:lnTo>
                <a:lnTo>
                  <a:pt x="600348" y="1861457"/>
                </a:lnTo>
                <a:lnTo>
                  <a:pt x="660372" y="1763486"/>
                </a:lnTo>
                <a:lnTo>
                  <a:pt x="730419" y="1665514"/>
                </a:lnTo>
                <a:lnTo>
                  <a:pt x="811722" y="1567543"/>
                </a:lnTo>
                <a:lnTo>
                  <a:pt x="905331" y="1469571"/>
                </a:lnTo>
                <a:lnTo>
                  <a:pt x="1011981" y="1371600"/>
                </a:lnTo>
                <a:lnTo>
                  <a:pt x="1131986" y="1273629"/>
                </a:lnTo>
                <a:lnTo>
                  <a:pt x="1265164" y="1175657"/>
                </a:lnTo>
                <a:lnTo>
                  <a:pt x="1410777" y="1077686"/>
                </a:lnTo>
                <a:lnTo>
                  <a:pt x="1567510" y="979714"/>
                </a:lnTo>
                <a:lnTo>
                  <a:pt x="1733475" y="881743"/>
                </a:lnTo>
                <a:lnTo>
                  <a:pt x="1906245" y="783771"/>
                </a:lnTo>
                <a:lnTo>
                  <a:pt x="2082912" y="685800"/>
                </a:lnTo>
                <a:lnTo>
                  <a:pt x="2260170" y="587829"/>
                </a:lnTo>
                <a:lnTo>
                  <a:pt x="2434418" y="489857"/>
                </a:lnTo>
                <a:lnTo>
                  <a:pt x="2601877" y="391886"/>
                </a:lnTo>
                <a:lnTo>
                  <a:pt x="2758722" y="293914"/>
                </a:lnTo>
                <a:lnTo>
                  <a:pt x="2901215" y="195943"/>
                </a:lnTo>
                <a:lnTo>
                  <a:pt x="3025838" y="97971"/>
                </a:lnTo>
                <a:lnTo>
                  <a:pt x="3129429" y="0"/>
                </a:lnTo>
                <a:moveTo>
                  <a:pt x="572799" y="6858000"/>
                </a:moveTo>
                <a:lnTo>
                  <a:pt x="548519" y="6760029"/>
                </a:lnTo>
                <a:lnTo>
                  <a:pt x="480970" y="6662057"/>
                </a:lnTo>
                <a:lnTo>
                  <a:pt x="384153" y="6564086"/>
                </a:lnTo>
                <a:lnTo>
                  <a:pt x="276060" y="6466114"/>
                </a:lnTo>
                <a:lnTo>
                  <a:pt x="173288" y="6368143"/>
                </a:lnTo>
                <a:lnTo>
                  <a:pt x="87165" y="6270171"/>
                </a:lnTo>
                <a:lnTo>
                  <a:pt x="22483" y="6172200"/>
                </a:lnTo>
                <a:lnTo>
                  <a:pt x="-21428" y="6074229"/>
                </a:lnTo>
                <a:lnTo>
                  <a:pt x="-48441" y="5976257"/>
                </a:lnTo>
                <a:lnTo>
                  <a:pt x="-63372" y="5878286"/>
                </a:lnTo>
                <a:lnTo>
                  <a:pt x="-70453" y="5780314"/>
                </a:lnTo>
                <a:lnTo>
                  <a:pt x="-72657" y="5682343"/>
                </a:lnTo>
                <a:lnTo>
                  <a:pt x="-71658" y="5584371"/>
                </a:lnTo>
                <a:lnTo>
                  <a:pt x="-68073" y="5486400"/>
                </a:lnTo>
                <a:lnTo>
                  <a:pt x="-61760" y="5388429"/>
                </a:lnTo>
                <a:lnTo>
                  <a:pt x="-52057" y="5290457"/>
                </a:lnTo>
                <a:lnTo>
                  <a:pt x="-37955" y="5192486"/>
                </a:lnTo>
                <a:lnTo>
                  <a:pt x="-18227" y="5094514"/>
                </a:lnTo>
                <a:lnTo>
                  <a:pt x="8437" y="4996543"/>
                </a:lnTo>
                <a:lnTo>
                  <a:pt x="43256" y="4898571"/>
                </a:lnTo>
                <a:lnTo>
                  <a:pt x="87156" y="4800600"/>
                </a:lnTo>
                <a:lnTo>
                  <a:pt x="140531" y="4702629"/>
                </a:lnTo>
                <a:lnTo>
                  <a:pt x="203012" y="4604657"/>
                </a:lnTo>
                <a:lnTo>
                  <a:pt x="273282" y="4506686"/>
                </a:lnTo>
                <a:lnTo>
                  <a:pt x="348986" y="4408714"/>
                </a:lnTo>
                <a:lnTo>
                  <a:pt x="426789" y="4310743"/>
                </a:lnTo>
                <a:lnTo>
                  <a:pt x="502586" y="4212771"/>
                </a:lnTo>
                <a:lnTo>
                  <a:pt x="571886" y="4114800"/>
                </a:lnTo>
                <a:lnTo>
                  <a:pt x="630307" y="4016829"/>
                </a:lnTo>
                <a:lnTo>
                  <a:pt x="674115" y="3918857"/>
                </a:lnTo>
                <a:lnTo>
                  <a:pt x="700731" y="3820886"/>
                </a:lnTo>
                <a:lnTo>
                  <a:pt x="709090" y="3722914"/>
                </a:lnTo>
                <a:lnTo>
                  <a:pt x="699806" y="3624943"/>
                </a:lnTo>
                <a:lnTo>
                  <a:pt x="675095" y="3526971"/>
                </a:lnTo>
                <a:lnTo>
                  <a:pt x="638473" y="3429000"/>
                </a:lnTo>
                <a:lnTo>
                  <a:pt x="594287" y="3331029"/>
                </a:lnTo>
                <a:lnTo>
                  <a:pt x="547164" y="3233057"/>
                </a:lnTo>
                <a:lnTo>
                  <a:pt x="501474" y="3135086"/>
                </a:lnTo>
                <a:lnTo>
                  <a:pt x="460896" y="3037114"/>
                </a:lnTo>
                <a:lnTo>
                  <a:pt x="428133" y="2939143"/>
                </a:lnTo>
                <a:lnTo>
                  <a:pt x="404820" y="2841171"/>
                </a:lnTo>
                <a:lnTo>
                  <a:pt x="391594" y="2743200"/>
                </a:lnTo>
                <a:lnTo>
                  <a:pt x="388296" y="2645229"/>
                </a:lnTo>
                <a:lnTo>
                  <a:pt x="394243" y="2547257"/>
                </a:lnTo>
                <a:lnTo>
                  <a:pt x="408535" y="2449286"/>
                </a:lnTo>
                <a:lnTo>
                  <a:pt x="430312" y="2351314"/>
                </a:lnTo>
                <a:lnTo>
                  <a:pt x="458971" y="2253343"/>
                </a:lnTo>
                <a:lnTo>
                  <a:pt x="494292" y="2155371"/>
                </a:lnTo>
                <a:lnTo>
                  <a:pt x="536493" y="2057400"/>
                </a:lnTo>
                <a:lnTo>
                  <a:pt x="586206" y="1959429"/>
                </a:lnTo>
                <a:lnTo>
                  <a:pt x="644404" y="1861457"/>
                </a:lnTo>
                <a:lnTo>
                  <a:pt x="712278" y="1763486"/>
                </a:lnTo>
                <a:lnTo>
                  <a:pt x="791105" y="1665514"/>
                </a:lnTo>
                <a:lnTo>
                  <a:pt x="882091" y="1567543"/>
                </a:lnTo>
                <a:lnTo>
                  <a:pt x="986233" y="1469571"/>
                </a:lnTo>
                <a:lnTo>
                  <a:pt x="1104188" y="1371600"/>
                </a:lnTo>
                <a:lnTo>
                  <a:pt x="1236161" y="1273629"/>
                </a:lnTo>
                <a:lnTo>
                  <a:pt x="1381827" y="1175657"/>
                </a:lnTo>
                <a:lnTo>
                  <a:pt x="1540274" y="1077686"/>
                </a:lnTo>
                <a:lnTo>
                  <a:pt x="1709983" y="979714"/>
                </a:lnTo>
                <a:lnTo>
                  <a:pt x="1888835" y="881743"/>
                </a:lnTo>
                <a:lnTo>
                  <a:pt x="2074155" y="783771"/>
                </a:lnTo>
                <a:lnTo>
                  <a:pt x="2262770" y="685800"/>
                </a:lnTo>
                <a:lnTo>
                  <a:pt x="2451106" y="587829"/>
                </a:lnTo>
                <a:lnTo>
                  <a:pt x="2635301" y="489857"/>
                </a:lnTo>
                <a:lnTo>
                  <a:pt x="2811329" y="391886"/>
                </a:lnTo>
                <a:lnTo>
                  <a:pt x="2975141" y="293914"/>
                </a:lnTo>
                <a:lnTo>
                  <a:pt x="3122812" y="195943"/>
                </a:lnTo>
                <a:lnTo>
                  <a:pt x="3250679" y="97971"/>
                </a:lnTo>
                <a:lnTo>
                  <a:pt x="3355482" y="0"/>
                </a:lnTo>
                <a:moveTo>
                  <a:pt x="612337" y="6858000"/>
                </a:moveTo>
                <a:lnTo>
                  <a:pt x="586585" y="6760029"/>
                </a:lnTo>
                <a:lnTo>
                  <a:pt x="514940" y="6662057"/>
                </a:lnTo>
                <a:lnTo>
                  <a:pt x="412253" y="6564086"/>
                </a:lnTo>
                <a:lnTo>
                  <a:pt x="297605" y="6466114"/>
                </a:lnTo>
                <a:lnTo>
                  <a:pt x="188601" y="6368143"/>
                </a:lnTo>
                <a:lnTo>
                  <a:pt x="97256" y="6270171"/>
                </a:lnTo>
                <a:lnTo>
                  <a:pt x="28652" y="6172200"/>
                </a:lnTo>
                <a:lnTo>
                  <a:pt x="-17922" y="6074229"/>
                </a:lnTo>
                <a:lnTo>
                  <a:pt x="-46573" y="5976257"/>
                </a:lnTo>
                <a:lnTo>
                  <a:pt x="-62410" y="5878286"/>
                </a:lnTo>
                <a:lnTo>
                  <a:pt x="-69920" y="5780314"/>
                </a:lnTo>
                <a:lnTo>
                  <a:pt x="-72259" y="5682343"/>
                </a:lnTo>
                <a:lnTo>
                  <a:pt x="-71200" y="5584371"/>
                </a:lnTo>
                <a:lnTo>
                  <a:pt x="-67399" y="5486400"/>
                </a:lnTo>
                <a:lnTo>
                  <a:pt x="-60706" y="5388429"/>
                </a:lnTo>
                <a:lnTo>
                  <a:pt x="-50419" y="5290457"/>
                </a:lnTo>
                <a:lnTo>
                  <a:pt x="-35468" y="5192486"/>
                </a:lnTo>
                <a:lnTo>
                  <a:pt x="-14553" y="5094514"/>
                </a:lnTo>
                <a:lnTo>
                  <a:pt x="13712" y="4996543"/>
                </a:lnTo>
                <a:lnTo>
                  <a:pt x="50620" y="4898571"/>
                </a:lnTo>
                <a:lnTo>
                  <a:pt x="97148" y="4800600"/>
                </a:lnTo>
                <a:lnTo>
                  <a:pt x="153711" y="4702629"/>
                </a:lnTo>
                <a:lnTo>
                  <a:pt x="219913" y="4604657"/>
                </a:lnTo>
                <a:lnTo>
                  <a:pt x="294348" y="4506686"/>
                </a:lnTo>
                <a:lnTo>
                  <a:pt x="374513" y="4408714"/>
                </a:lnTo>
                <a:lnTo>
                  <a:pt x="456857" y="4310743"/>
                </a:lnTo>
                <a:lnTo>
                  <a:pt x="537019" y="4212771"/>
                </a:lnTo>
                <a:lnTo>
                  <a:pt x="610222" y="4114800"/>
                </a:lnTo>
                <a:lnTo>
                  <a:pt x="671805" y="4016829"/>
                </a:lnTo>
                <a:lnTo>
                  <a:pt x="717798" y="3918857"/>
                </a:lnTo>
                <a:lnTo>
                  <a:pt x="745452" y="3820886"/>
                </a:lnTo>
                <a:lnTo>
                  <a:pt x="753633" y="3722914"/>
                </a:lnTo>
                <a:lnTo>
                  <a:pt x="742989" y="3624943"/>
                </a:lnTo>
                <a:lnTo>
                  <a:pt x="715873" y="3526971"/>
                </a:lnTo>
                <a:lnTo>
                  <a:pt x="676027" y="3429000"/>
                </a:lnTo>
                <a:lnTo>
                  <a:pt x="628083" y="3331029"/>
                </a:lnTo>
                <a:lnTo>
                  <a:pt x="576981" y="3233057"/>
                </a:lnTo>
                <a:lnTo>
                  <a:pt x="527399" y="3135086"/>
                </a:lnTo>
                <a:lnTo>
                  <a:pt x="483292" y="3037114"/>
                </a:lnTo>
                <a:lnTo>
                  <a:pt x="447589" y="2939143"/>
                </a:lnTo>
                <a:lnTo>
                  <a:pt x="422095" y="2841171"/>
                </a:lnTo>
                <a:lnTo>
                  <a:pt x="407558" y="2743200"/>
                </a:lnTo>
                <a:lnTo>
                  <a:pt x="403882" y="2645229"/>
                </a:lnTo>
                <a:lnTo>
                  <a:pt x="410414" y="2547257"/>
                </a:lnTo>
                <a:lnTo>
                  <a:pt x="426257" y="2449286"/>
                </a:lnTo>
                <a:lnTo>
                  <a:pt x="450549" y="2351314"/>
                </a:lnTo>
                <a:lnTo>
                  <a:pt x="482678" y="2253343"/>
                </a:lnTo>
                <a:lnTo>
                  <a:pt x="522424" y="2155371"/>
                </a:lnTo>
                <a:lnTo>
                  <a:pt x="570007" y="2057400"/>
                </a:lnTo>
                <a:lnTo>
                  <a:pt x="626064" y="1959429"/>
                </a:lnTo>
                <a:lnTo>
                  <a:pt x="691572" y="1861457"/>
                </a:lnTo>
                <a:lnTo>
                  <a:pt x="767719" y="1763486"/>
                </a:lnTo>
                <a:lnTo>
                  <a:pt x="855763" y="1665514"/>
                </a:lnTo>
                <a:lnTo>
                  <a:pt x="956876" y="1567543"/>
                </a:lnTo>
                <a:lnTo>
                  <a:pt x="1071993" y="1469571"/>
                </a:lnTo>
                <a:lnTo>
                  <a:pt x="1201678" y="1371600"/>
                </a:lnTo>
                <a:lnTo>
                  <a:pt x="1346015" y="1273629"/>
                </a:lnTo>
                <a:lnTo>
                  <a:pt x="1504522" y="1175657"/>
                </a:lnTo>
                <a:lnTo>
                  <a:pt x="1676099" y="1077686"/>
                </a:lnTo>
                <a:lnTo>
                  <a:pt x="1859008" y="979714"/>
                </a:lnTo>
                <a:lnTo>
                  <a:pt x="2050891" y="881743"/>
                </a:lnTo>
                <a:lnTo>
                  <a:pt x="2248808" y="783771"/>
                </a:lnTo>
                <a:lnTo>
                  <a:pt x="2449315" y="685800"/>
                </a:lnTo>
                <a:lnTo>
                  <a:pt x="2648567" y="587829"/>
                </a:lnTo>
                <a:lnTo>
                  <a:pt x="2842435" y="489857"/>
                </a:lnTo>
                <a:lnTo>
                  <a:pt x="3026646" y="391886"/>
                </a:lnTo>
                <a:lnTo>
                  <a:pt x="3196937" y="293914"/>
                </a:lnTo>
                <a:lnTo>
                  <a:pt x="3349201" y="195943"/>
                </a:lnTo>
                <a:lnTo>
                  <a:pt x="3479645" y="97971"/>
                </a:lnTo>
                <a:lnTo>
                  <a:pt x="3584929" y="0"/>
                </a:lnTo>
                <a:moveTo>
                  <a:pt x="652273" y="6858000"/>
                </a:moveTo>
                <a:lnTo>
                  <a:pt x="625034" y="6760029"/>
                </a:lnTo>
                <a:lnTo>
                  <a:pt x="549252" y="6662057"/>
                </a:lnTo>
                <a:lnTo>
                  <a:pt x="440634" y="6564086"/>
                </a:lnTo>
                <a:lnTo>
                  <a:pt x="319366" y="6466114"/>
                </a:lnTo>
                <a:lnTo>
                  <a:pt x="204068" y="6368143"/>
                </a:lnTo>
                <a:lnTo>
                  <a:pt x="107448" y="6270171"/>
                </a:lnTo>
                <a:lnTo>
                  <a:pt x="34883" y="6172200"/>
                </a:lnTo>
                <a:lnTo>
                  <a:pt x="-14381" y="6074229"/>
                </a:lnTo>
                <a:lnTo>
                  <a:pt x="-44687" y="5976257"/>
                </a:lnTo>
                <a:lnTo>
                  <a:pt x="-61438" y="5878286"/>
                </a:lnTo>
                <a:lnTo>
                  <a:pt x="-69382" y="5780314"/>
                </a:lnTo>
                <a:lnTo>
                  <a:pt x="-71856" y="5682343"/>
                </a:lnTo>
                <a:lnTo>
                  <a:pt x="-70738" y="5584371"/>
                </a:lnTo>
                <a:lnTo>
                  <a:pt x="-66719" y="5486400"/>
                </a:lnTo>
                <a:lnTo>
                  <a:pt x="-59641" y="5388429"/>
                </a:lnTo>
                <a:lnTo>
                  <a:pt x="-48764" y="5290457"/>
                </a:lnTo>
                <a:lnTo>
                  <a:pt x="-32956" y="5192486"/>
                </a:lnTo>
                <a:lnTo>
                  <a:pt x="-10842" y="5094514"/>
                </a:lnTo>
                <a:lnTo>
                  <a:pt x="19041" y="4996543"/>
                </a:lnTo>
                <a:lnTo>
                  <a:pt x="58058" y="4898571"/>
                </a:lnTo>
                <a:lnTo>
                  <a:pt x="107242" y="4800600"/>
                </a:lnTo>
                <a:lnTo>
                  <a:pt x="167026" y="4702629"/>
                </a:lnTo>
                <a:lnTo>
                  <a:pt x="236986" y="4604657"/>
                </a:lnTo>
                <a:lnTo>
                  <a:pt x="315629" y="4506686"/>
                </a:lnTo>
                <a:lnTo>
                  <a:pt x="400300" y="4408714"/>
                </a:lnTo>
                <a:lnTo>
                  <a:pt x="487234" y="4310743"/>
                </a:lnTo>
                <a:lnTo>
                  <a:pt x="571806" y="4212771"/>
                </a:lnTo>
                <a:lnTo>
                  <a:pt x="648955" y="4114800"/>
                </a:lnTo>
                <a:lnTo>
                  <a:pt x="713737" y="4016829"/>
                </a:lnTo>
                <a:lnTo>
                  <a:pt x="761942" y="3918857"/>
                </a:lnTo>
                <a:lnTo>
                  <a:pt x="790655" y="3820886"/>
                </a:lnTo>
                <a:lnTo>
                  <a:pt x="798667" y="3722914"/>
                </a:lnTo>
                <a:lnTo>
                  <a:pt x="786664" y="3624943"/>
                </a:lnTo>
                <a:lnTo>
                  <a:pt x="757140" y="3526971"/>
                </a:lnTo>
                <a:lnTo>
                  <a:pt x="714064" y="3429000"/>
                </a:lnTo>
                <a:lnTo>
                  <a:pt x="662357" y="3331029"/>
                </a:lnTo>
                <a:lnTo>
                  <a:pt x="607279" y="3233057"/>
                </a:lnTo>
                <a:lnTo>
                  <a:pt x="553819" y="3135086"/>
                </a:lnTo>
                <a:lnTo>
                  <a:pt x="506213" y="3037114"/>
                </a:lnTo>
                <a:lnTo>
                  <a:pt x="467622" y="2939143"/>
                </a:lnTo>
                <a:lnTo>
                  <a:pt x="440023" y="2841171"/>
                </a:lnTo>
                <a:lnTo>
                  <a:pt x="424280" y="2743200"/>
                </a:lnTo>
                <a:lnTo>
                  <a:pt x="420364" y="2645229"/>
                </a:lnTo>
                <a:lnTo>
                  <a:pt x="427652" y="2547257"/>
                </a:lnTo>
                <a:lnTo>
                  <a:pt x="445253" y="2449286"/>
                </a:lnTo>
                <a:lnTo>
                  <a:pt x="472301" y="2351314"/>
                </a:lnTo>
                <a:lnTo>
                  <a:pt x="508181" y="2253343"/>
                </a:lnTo>
                <a:lnTo>
                  <a:pt x="552668" y="2155371"/>
                </a:lnTo>
                <a:lnTo>
                  <a:pt x="605983" y="2057400"/>
                </a:lnTo>
                <a:lnTo>
                  <a:pt x="668766" y="1959429"/>
                </a:lnTo>
                <a:lnTo>
                  <a:pt x="741992" y="1861457"/>
                </a:lnTo>
                <a:lnTo>
                  <a:pt x="826841" y="1763486"/>
                </a:lnTo>
                <a:lnTo>
                  <a:pt x="924547" y="1665514"/>
                </a:lnTo>
                <a:lnTo>
                  <a:pt x="1036233" y="1567543"/>
                </a:lnTo>
                <a:lnTo>
                  <a:pt x="1162763" y="1469571"/>
                </a:lnTo>
                <a:lnTo>
                  <a:pt x="1304596" y="1371600"/>
                </a:lnTo>
                <a:lnTo>
                  <a:pt x="1461681" y="1273629"/>
                </a:lnTo>
                <a:lnTo>
                  <a:pt x="1633365" y="1175657"/>
                </a:lnTo>
                <a:lnTo>
                  <a:pt x="1818345" y="1077686"/>
                </a:lnTo>
                <a:lnTo>
                  <a:pt x="2014655" y="979714"/>
                </a:lnTo>
                <a:lnTo>
                  <a:pt x="2219677" y="881743"/>
                </a:lnTo>
                <a:lnTo>
                  <a:pt x="2430203" y="783771"/>
                </a:lnTo>
                <a:lnTo>
                  <a:pt x="2642508" y="685800"/>
                </a:lnTo>
                <a:lnTo>
                  <a:pt x="2852469" y="587829"/>
                </a:lnTo>
                <a:lnTo>
                  <a:pt x="3055691" y="489857"/>
                </a:lnTo>
                <a:lnTo>
                  <a:pt x="3247659" y="391886"/>
                </a:lnTo>
                <a:lnTo>
                  <a:pt x="3423897" y="293914"/>
                </a:lnTo>
                <a:lnTo>
                  <a:pt x="3580133" y="195943"/>
                </a:lnTo>
                <a:lnTo>
                  <a:pt x="3712452" y="97971"/>
                </a:lnTo>
                <a:lnTo>
                  <a:pt x="3817454" y="0"/>
                </a:lnTo>
              </a:path>
            </a:pathLst>
          </a:custGeom>
          <a:noFill/>
          <a:ln w="6985">
            <a:solidFill>
              <a:srgbClr val="6D4E7E"/>
            </a:solidFill>
            <a:prstDash val="solid"/>
          </a:ln>
        </p:spPr>
        <p:txBody>
          <a:bodyPr/>
          <a:p/>
        </p:txBody>
      </p:sp>
      <p:sp>
        <p:nvSpPr>
          <p:cNvPr id="30" name="Shape 28"/>
          <p:cNvSpPr/>
          <p:nvPr/>
        </p:nvSpPr>
        <p:spPr>
          <a:xfrm>
            <a:off x="685800" y="475488"/>
            <a:ext cx="146304" cy="146304"/>
          </a:xfrm>
          <a:prstGeom prst="ellipse">
            <a:avLst/>
          </a:prstGeom>
          <a:solidFill>
            <a:srgbClr val="A5A3F6"/>
          </a:solidFill>
          <a:ln/>
        </p:spPr>
        <p:txBody>
          <a:bodyPr/>
          <a:p/>
        </p:txBody>
      </p:sp>
      <p:sp>
        <p:nvSpPr>
          <p:cNvPr id="31" name="Shape 29"/>
          <p:cNvSpPr/>
          <p:nvPr/>
        </p:nvSpPr>
        <p:spPr>
          <a:xfrm>
            <a:off x="804672" y="475488"/>
            <a:ext cx="146304" cy="146304"/>
          </a:xfrm>
          <a:prstGeom prst="ellipse">
            <a:avLst/>
          </a:prstGeom>
          <a:solidFill>
            <a:srgbClr val="CA98E2"/>
          </a:solidFill>
          <a:ln/>
        </p:spPr>
        <p:txBody>
          <a:bodyPr/>
          <a:p/>
        </p:txBody>
      </p:sp>
      <p:sp>
        <p:nvSpPr>
          <p:cNvPr id="32" name="Shape 30"/>
          <p:cNvSpPr/>
          <p:nvPr/>
        </p:nvSpPr>
        <p:spPr>
          <a:xfrm>
            <a:off x="923544" y="475488"/>
            <a:ext cx="146304" cy="146304"/>
          </a:xfrm>
          <a:prstGeom prst="ellipse">
            <a:avLst/>
          </a:prstGeom>
          <a:solidFill>
            <a:srgbClr val="EF8ECD"/>
          </a:solidFill>
          <a:ln/>
        </p:spPr>
        <p:txBody>
          <a:bodyPr/>
          <a:p/>
        </p:txBody>
      </p:sp>
      <p:sp>
        <p:nvSpPr>
          <p:cNvPr id="33" name="Text 31"/>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4" name="Text 32"/>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83F2F5"/>
                </a:solidFill>
                <a:latin typeface="JetBrains Mono" pitchFamily="34" charset="0"/>
                <a:ea typeface="JetBrains Mono" pitchFamily="34" charset="-122"/>
                <a:cs typeface="JetBrains Mono" pitchFamily="34" charset="-120"/>
              </a:rPr>
              <a:t>sdlc-agent · prototype</a:t>
            </a:r>
            <a:endParaRPr lang="en-US" sz="1000" dirty="0"/>
          </a:p>
        </p:txBody>
      </p:sp>
      <p:sp>
        <p:nvSpPr>
          <p:cNvPr id="35" name="Text 33"/>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01</a:t>
            </a:r>
            <a:endParaRPr lang="en-US" sz="1100" dirty="0"/>
          </a:p>
        </p:txBody>
      </p:sp>
      <p:sp>
        <p:nvSpPr>
          <p:cNvPr id="36" name="TextBox 35"/>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02 · The mental model</a:t>
            </a:r>
          </a:p>
        </p:txBody>
      </p:sp>
      <p:sp>
        <p:nvSpPr>
          <p:cNvPr id="37" name="TextBox 36"/>
          <p:cNvSpPr txBox="1"/>
          <p:nvPr/>
        </p:nvSpPr>
        <p:spPr>
          <a:xfrm>
            <a:off x="822960" y="1874519"/>
            <a:ext cx="7315200" cy="292608"/>
          </a:xfrm>
          <a:prstGeom prst="rect">
            <a:avLst/>
          </a:prstGeom>
          <a:noFill/>
        </p:spPr>
        <p:txBody>
          <a:bodyPr wrap="square" lIns="0" rIns="0" tIns="0" bIns="0" anchor="t">
            <a:spAutoFit/>
          </a:bodyPr>
          <a:lstStyle/>
          <a:p>
            <a:pPr algn="l"/>
            <a:r>
              <a:rPr sz="1200" b="0">
                <a:solidFill>
                  <a:srgbClr val="83F2F5"/>
                </a:solidFill>
                <a:latin typeface="JetBrains Mono"/>
              </a:rPr>
              <a:t>01 · WHAT IT IS  //  PROTOTYPE</a:t>
            </a:r>
          </a:p>
        </p:txBody>
      </p:sp>
      <p:sp>
        <p:nvSpPr>
          <p:cNvPr id="38" name="TextBox 37"/>
          <p:cNvSpPr txBox="1"/>
          <p:nvPr/>
        </p:nvSpPr>
        <p:spPr>
          <a:xfrm>
            <a:off x="777240" y="2240280"/>
            <a:ext cx="9144000" cy="1188720"/>
          </a:xfrm>
          <a:prstGeom prst="rect">
            <a:avLst/>
          </a:prstGeom>
          <a:noFill/>
        </p:spPr>
        <p:txBody>
          <a:bodyPr wrap="square" lIns="0" rIns="0" tIns="0" bIns="0" anchor="t">
            <a:spAutoFit/>
          </a:bodyPr>
          <a:lstStyle/>
          <a:p>
            <a:pPr algn="l"/>
            <a:r>
              <a:rPr sz="7600" b="1">
                <a:solidFill>
                  <a:srgbClr val="95A7FF"/>
                </a:solidFill>
                <a:latin typeface="Montserrat"/>
              </a:rPr>
              <a:t>ENGINEERING</a:t>
            </a:r>
          </a:p>
        </p:txBody>
      </p:sp>
      <p:sp>
        <p:nvSpPr>
          <p:cNvPr id="39" name="TextBox 38"/>
          <p:cNvSpPr txBox="1"/>
          <p:nvPr/>
        </p:nvSpPr>
        <p:spPr>
          <a:xfrm>
            <a:off x="777240" y="3429000"/>
            <a:ext cx="9144000" cy="1325880"/>
          </a:xfrm>
          <a:prstGeom prst="rect">
            <a:avLst/>
          </a:prstGeom>
          <a:noFill/>
        </p:spPr>
        <p:txBody>
          <a:bodyPr wrap="square" lIns="0" rIns="0" tIns="0" bIns="0" anchor="t">
            <a:spAutoFit/>
          </a:bodyPr>
          <a:lstStyle/>
          <a:p>
            <a:pPr algn="l"/>
            <a:r>
              <a:rPr sz="9200" b="0">
                <a:solidFill>
                  <a:srgbClr val="FFFFFF"/>
                </a:solidFill>
                <a:latin typeface="Montserrat"/>
              </a:rPr>
              <a:t>Memory</a:t>
            </a:r>
          </a:p>
        </p:txBody>
      </p:sp>
      <p:sp>
        <p:nvSpPr>
          <p:cNvPr id="40" name="TextBox 39"/>
          <p:cNvSpPr txBox="1"/>
          <p:nvPr/>
        </p:nvSpPr>
        <p:spPr>
          <a:xfrm>
            <a:off x="822960" y="4846320"/>
            <a:ext cx="8961120" cy="731520"/>
          </a:xfrm>
          <a:prstGeom prst="rect">
            <a:avLst/>
          </a:prstGeom>
          <a:noFill/>
        </p:spPr>
        <p:txBody>
          <a:bodyPr wrap="square" lIns="0" rIns="0" tIns="0" bIns="0" anchor="t">
            <a:spAutoFit/>
          </a:bodyPr>
          <a:lstStyle/>
          <a:p>
            <a:pPr algn="l"/>
            <a:r>
              <a:rPr sz="1500" b="0">
                <a:solidFill>
                  <a:srgbClr val="A3A9C9"/>
                </a:solidFill>
                <a:latin typeface="Work Sans"/>
              </a:rPr>
              <a:t>Ask </a:t>
            </a:r>
            <a:r>
              <a:rPr sz="1500" b="1">
                <a:solidFill>
                  <a:srgbClr val="95A7FF"/>
                </a:solidFill>
                <a:latin typeface="Work Sans"/>
              </a:rPr>
              <a:t>“why is this code like this?”</a:t>
            </a:r>
            <a:r>
              <a:rPr sz="1500" b="0">
                <a:solidFill>
                  <a:srgbClr val="A3A9C9"/>
                </a:solidFill>
                <a:latin typeface="Work Sans"/>
              </a:rPr>
              <a:t> and get an answer from your team’s GitHub, Jira and chat history, with a word-for-word quote for every claim, or an honest </a:t>
            </a:r>
            <a:r>
              <a:rPr sz="1500" b="1">
                <a:solidFill>
                  <a:srgbClr val="95A7FF"/>
                </a:solidFill>
                <a:latin typeface="Work Sans"/>
              </a:rPr>
              <a:t>“Not established.”</a:t>
            </a:r>
          </a:p>
        </p:txBody>
      </p:sp>
      <p:sp>
        <p:nvSpPr>
          <p:cNvPr id="41" name="Rounded Rectangle 40"/>
          <p:cNvSpPr/>
          <p:nvPr/>
        </p:nvSpPr>
        <p:spPr>
          <a:xfrm>
            <a:off x="822960" y="5669280"/>
            <a:ext cx="1737360" cy="420624"/>
          </a:xfrm>
          <a:prstGeom prst="roundRect">
            <a:avLst>
              <a:gd name="adj" fmla="val 8000"/>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22960" y="5669280"/>
            <a:ext cx="1737360" cy="420624"/>
          </a:xfrm>
          <a:prstGeom prst="rect">
            <a:avLst/>
          </a:prstGeom>
          <a:noFill/>
        </p:spPr>
        <p:txBody>
          <a:bodyPr wrap="square" lIns="0" rIns="0" tIns="0" bIns="0" anchor="ctr">
            <a:spAutoFit/>
          </a:bodyPr>
          <a:lstStyle/>
          <a:p>
            <a:pPr algn="ctr"/>
            <a:r>
              <a:rPr sz="1300" b="1">
                <a:solidFill>
                  <a:srgbClr val="05081C"/>
                </a:solidFill>
                <a:latin typeface="Montserrat"/>
              </a:rPr>
              <a:t>Try the demo</a:t>
            </a:r>
          </a:p>
        </p:txBody>
      </p:sp>
      <p:sp>
        <p:nvSpPr>
          <p:cNvPr id="43" name="Rounded Rectangle 42"/>
          <p:cNvSpPr/>
          <p:nvPr/>
        </p:nvSpPr>
        <p:spPr>
          <a:xfrm>
            <a:off x="2697480" y="5669280"/>
            <a:ext cx="1920240" cy="420624"/>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697480" y="5669280"/>
            <a:ext cx="1920240" cy="420624"/>
          </a:xfrm>
          <a:prstGeom prst="rect">
            <a:avLst/>
          </a:prstGeom>
          <a:noFill/>
        </p:spPr>
        <p:txBody>
          <a:bodyPr wrap="square" lIns="0" rIns="0" tIns="0" bIns="0" anchor="ctr">
            <a:spAutoFit/>
          </a:bodyPr>
          <a:lstStyle/>
          <a:p>
            <a:pPr algn="ctr"/>
            <a:r>
              <a:rPr sz="1300" b="0">
                <a:solidFill>
                  <a:srgbClr val="FFFFFF"/>
                </a:solidFill>
                <a:latin typeface="Montserrat"/>
              </a:rPr>
              <a:t>All workspaces</a:t>
            </a:r>
          </a:p>
        </p:txBody>
      </p:sp>
      <p:sp>
        <p:nvSpPr>
          <p:cNvPr id="45" name="TextBox 44"/>
          <p:cNvSpPr txBox="1"/>
          <p:nvPr/>
        </p:nvSpPr>
        <p:spPr>
          <a:xfrm>
            <a:off x="4846320" y="5669280"/>
            <a:ext cx="6400800" cy="420624"/>
          </a:xfrm>
          <a:prstGeom prst="rect">
            <a:avLst/>
          </a:prstGeom>
          <a:noFill/>
        </p:spPr>
        <p:txBody>
          <a:bodyPr wrap="square" lIns="0" rIns="0" tIns="0" bIns="0" anchor="ctr">
            <a:spAutoFit/>
          </a:bodyPr>
          <a:lstStyle/>
          <a:p>
            <a:pPr algn="l"/>
            <a:r>
              <a:rPr sz="1100" b="0">
                <a:solidFill>
                  <a:srgbClr val="83F2F5"/>
                </a:solidFill>
                <a:latin typeface="JetBrains Mono"/>
              </a:rPr>
              <a:t>sdlc-agent-five.vercel.app  ·  github.com/mdshreyas003/sdlc-agent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02</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03 · Architecture</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02 · THE MENTAL MODEL</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A librarian who only answers </a:t>
            </a:r>
            <a:r>
              <a:rPr sz="3400" b="1">
                <a:solidFill>
                  <a:srgbClr val="95A7FF"/>
                </a:solidFill>
                <a:latin typeface="Montserrat"/>
              </a:rPr>
              <a:t>with exact quotes</a:t>
            </a:r>
          </a:p>
        </p:txBody>
      </p:sp>
      <p:sp>
        <p:nvSpPr>
          <p:cNvPr id="38" name="Rounded Rectangle 37"/>
          <p:cNvSpPr/>
          <p:nvPr/>
        </p:nvSpPr>
        <p:spPr>
          <a:xfrm>
            <a:off x="777240" y="2194560"/>
            <a:ext cx="2514600" cy="251460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777240" y="2194560"/>
            <a:ext cx="2514600" cy="64008"/>
          </a:xfrm>
          <a:prstGeom prst="rect">
            <a:avLst/>
          </a:prstGeom>
          <a:solidFill>
            <a:srgbClr val="83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05840" y="2468880"/>
            <a:ext cx="2103120" cy="274320"/>
          </a:xfrm>
          <a:prstGeom prst="rect">
            <a:avLst/>
          </a:prstGeom>
          <a:noFill/>
        </p:spPr>
        <p:txBody>
          <a:bodyPr wrap="square" lIns="0" rIns="0" tIns="0" bIns="0" anchor="t">
            <a:spAutoFit/>
          </a:bodyPr>
          <a:lstStyle/>
          <a:p>
            <a:pPr algn="l"/>
            <a:r>
              <a:rPr sz="1200" b="0">
                <a:solidFill>
                  <a:srgbClr val="83F2F5"/>
                </a:solidFill>
                <a:latin typeface="JetBrains Mono"/>
              </a:rPr>
              <a:t>THE SHELVES</a:t>
            </a:r>
          </a:p>
        </p:txBody>
      </p:sp>
      <p:sp>
        <p:nvSpPr>
          <p:cNvPr id="41" name="TextBox 40"/>
          <p:cNvSpPr txBox="1"/>
          <p:nvPr/>
        </p:nvSpPr>
        <p:spPr>
          <a:xfrm>
            <a:off x="1005840" y="2834640"/>
            <a:ext cx="2103120" cy="731520"/>
          </a:xfrm>
          <a:prstGeom prst="rect">
            <a:avLst/>
          </a:prstGeom>
          <a:noFill/>
        </p:spPr>
        <p:txBody>
          <a:bodyPr wrap="square" lIns="0" rIns="0" tIns="0" bIns="0" anchor="t">
            <a:spAutoFit/>
          </a:bodyPr>
          <a:lstStyle/>
          <a:p>
            <a:pPr algn="l"/>
            <a:r>
              <a:rPr sz="1900" b="1">
                <a:solidFill>
                  <a:srgbClr val="FFFFFF"/>
                </a:solidFill>
                <a:latin typeface="Montserrat"/>
              </a:rPr>
              <a:t>Your team’s history</a:t>
            </a:r>
          </a:p>
        </p:txBody>
      </p:sp>
      <p:sp>
        <p:nvSpPr>
          <p:cNvPr id="42" name="TextBox 41"/>
          <p:cNvSpPr txBox="1"/>
          <p:nvPr/>
        </p:nvSpPr>
        <p:spPr>
          <a:xfrm>
            <a:off x="1005840" y="3611880"/>
            <a:ext cx="2103120" cy="1005840"/>
          </a:xfrm>
          <a:prstGeom prst="rect">
            <a:avLst/>
          </a:prstGeom>
          <a:noFill/>
        </p:spPr>
        <p:txBody>
          <a:bodyPr wrap="square" lIns="0" rIns="0" tIns="0" bIns="0" anchor="t">
            <a:spAutoFit/>
          </a:bodyPr>
          <a:lstStyle/>
          <a:p>
            <a:pPr algn="l"/>
            <a:r>
              <a:rPr sz="1400" b="0">
                <a:solidFill>
                  <a:srgbClr val="A3A9C9"/>
                </a:solidFill>
                <a:latin typeface="Work Sans"/>
              </a:rPr>
              <a:t>commits, PRs, tickets, chat threads</a:t>
            </a:r>
          </a:p>
        </p:txBody>
      </p:sp>
      <p:sp>
        <p:nvSpPr>
          <p:cNvPr id="43" name="Rounded Rectangle 42"/>
          <p:cNvSpPr/>
          <p:nvPr/>
        </p:nvSpPr>
        <p:spPr>
          <a:xfrm>
            <a:off x="3474720" y="2194560"/>
            <a:ext cx="2514600" cy="251460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3474720" y="2194560"/>
            <a:ext cx="2514600" cy="64008"/>
          </a:xfrm>
          <a:prstGeom prst="rect">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703320" y="2468880"/>
            <a:ext cx="2103120" cy="274320"/>
          </a:xfrm>
          <a:prstGeom prst="rect">
            <a:avLst/>
          </a:prstGeom>
          <a:noFill/>
        </p:spPr>
        <p:txBody>
          <a:bodyPr wrap="square" lIns="0" rIns="0" tIns="0" bIns="0" anchor="t">
            <a:spAutoFit/>
          </a:bodyPr>
          <a:lstStyle/>
          <a:p>
            <a:pPr algn="l"/>
            <a:r>
              <a:rPr sz="1200" b="0">
                <a:solidFill>
                  <a:srgbClr val="95A7FF"/>
                </a:solidFill>
                <a:latin typeface="JetBrains Mono"/>
              </a:rPr>
              <a:t>THE STRINGS</a:t>
            </a:r>
          </a:p>
        </p:txBody>
      </p:sp>
      <p:sp>
        <p:nvSpPr>
          <p:cNvPr id="46" name="TextBox 45"/>
          <p:cNvSpPr txBox="1"/>
          <p:nvPr/>
        </p:nvSpPr>
        <p:spPr>
          <a:xfrm>
            <a:off x="3703320" y="2834640"/>
            <a:ext cx="2103120" cy="731520"/>
          </a:xfrm>
          <a:prstGeom prst="rect">
            <a:avLst/>
          </a:prstGeom>
          <a:noFill/>
        </p:spPr>
        <p:txBody>
          <a:bodyPr wrap="square" lIns="0" rIns="0" tIns="0" bIns="0" anchor="t">
            <a:spAutoFit/>
          </a:bodyPr>
          <a:lstStyle/>
          <a:p>
            <a:pPr algn="l"/>
            <a:r>
              <a:rPr sz="1900" b="1">
                <a:solidFill>
                  <a:srgbClr val="FFFFFF"/>
                </a:solidFill>
                <a:latin typeface="Montserrat"/>
              </a:rPr>
              <a:t>Links people wrote</a:t>
            </a:r>
          </a:p>
        </p:txBody>
      </p:sp>
      <p:sp>
        <p:nvSpPr>
          <p:cNvPr id="47" name="TextBox 46"/>
          <p:cNvSpPr txBox="1"/>
          <p:nvPr/>
        </p:nvSpPr>
        <p:spPr>
          <a:xfrm>
            <a:off x="3703320" y="3611880"/>
            <a:ext cx="2103120" cy="1005840"/>
          </a:xfrm>
          <a:prstGeom prst="rect">
            <a:avLst/>
          </a:prstGeom>
          <a:noFill/>
        </p:spPr>
        <p:txBody>
          <a:bodyPr wrap="square" lIns="0" rIns="0" tIns="0" bIns="0" anchor="t">
            <a:spAutoFit/>
          </a:bodyPr>
          <a:lstStyle/>
          <a:p>
            <a:pPr algn="l"/>
            <a:r>
              <a:rPr sz="1400" b="0">
                <a:solidFill>
                  <a:srgbClr val="A3A9C9"/>
                </a:solidFill>
                <a:latin typeface="Work Sans"/>
              </a:rPr>
              <a:t>only links a person wrote down</a:t>
            </a:r>
          </a:p>
        </p:txBody>
      </p:sp>
      <p:sp>
        <p:nvSpPr>
          <p:cNvPr id="48" name="Rounded Rectangle 47"/>
          <p:cNvSpPr/>
          <p:nvPr/>
        </p:nvSpPr>
        <p:spPr>
          <a:xfrm>
            <a:off x="6172200" y="2194560"/>
            <a:ext cx="2514600" cy="251460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172200" y="2194560"/>
            <a:ext cx="2514600" cy="64008"/>
          </a:xfrm>
          <a:prstGeom prst="rect">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400800" y="2468880"/>
            <a:ext cx="2103120" cy="274320"/>
          </a:xfrm>
          <a:prstGeom prst="rect">
            <a:avLst/>
          </a:prstGeom>
          <a:noFill/>
        </p:spPr>
        <p:txBody>
          <a:bodyPr wrap="square" lIns="0" rIns="0" tIns="0" bIns="0" anchor="t">
            <a:spAutoFit/>
          </a:bodyPr>
          <a:lstStyle/>
          <a:p>
            <a:pPr algn="l"/>
            <a:r>
              <a:rPr sz="1200" b="0">
                <a:solidFill>
                  <a:srgbClr val="95A7FF"/>
                </a:solidFill>
                <a:latin typeface="JetBrains Mono"/>
              </a:rPr>
              <a:t>EVERY ANSWER</a:t>
            </a:r>
          </a:p>
        </p:txBody>
      </p:sp>
      <p:sp>
        <p:nvSpPr>
          <p:cNvPr id="51" name="TextBox 50"/>
          <p:cNvSpPr txBox="1"/>
          <p:nvPr/>
        </p:nvSpPr>
        <p:spPr>
          <a:xfrm>
            <a:off x="6400800" y="2834640"/>
            <a:ext cx="2103120" cy="731520"/>
          </a:xfrm>
          <a:prstGeom prst="rect">
            <a:avLst/>
          </a:prstGeom>
          <a:noFill/>
        </p:spPr>
        <p:txBody>
          <a:bodyPr wrap="square" lIns="0" rIns="0" tIns="0" bIns="0" anchor="t">
            <a:spAutoFit/>
          </a:bodyPr>
          <a:lstStyle/>
          <a:p>
            <a:pPr algn="l"/>
            <a:r>
              <a:rPr sz="1900" b="1">
                <a:solidFill>
                  <a:srgbClr val="FFFFFF"/>
                </a:solidFill>
                <a:latin typeface="Montserrat"/>
              </a:rPr>
              <a:t>Points to a quote</a:t>
            </a:r>
          </a:p>
        </p:txBody>
      </p:sp>
      <p:sp>
        <p:nvSpPr>
          <p:cNvPr id="52" name="TextBox 51"/>
          <p:cNvSpPr txBox="1"/>
          <p:nvPr/>
        </p:nvSpPr>
        <p:spPr>
          <a:xfrm>
            <a:off x="6400800" y="3611880"/>
            <a:ext cx="2103120" cy="1005840"/>
          </a:xfrm>
          <a:prstGeom prst="rect">
            <a:avLst/>
          </a:prstGeom>
          <a:noFill/>
        </p:spPr>
        <p:txBody>
          <a:bodyPr wrap="square" lIns="0" rIns="0" tIns="0" bIns="0" anchor="t">
            <a:spAutoFit/>
          </a:bodyPr>
          <a:lstStyle/>
          <a:p>
            <a:pPr algn="l"/>
            <a:r>
              <a:rPr sz="1400" b="0">
                <a:solidFill>
                  <a:srgbClr val="A3A9C9"/>
                </a:solidFill>
                <a:latin typeface="Work Sans"/>
              </a:rPr>
              <a:t>points to a real, word-for-word quote</a:t>
            </a:r>
          </a:p>
        </p:txBody>
      </p:sp>
      <p:sp>
        <p:nvSpPr>
          <p:cNvPr id="53" name="Rounded Rectangle 52"/>
          <p:cNvSpPr/>
          <p:nvPr/>
        </p:nvSpPr>
        <p:spPr>
          <a:xfrm>
            <a:off x="8869680" y="2194560"/>
            <a:ext cx="2514600" cy="251460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8869680" y="2194560"/>
            <a:ext cx="2514600" cy="64008"/>
          </a:xfrm>
          <a:prstGeom prst="rect">
            <a:avLst/>
          </a:prstGeom>
          <a:solidFill>
            <a:srgbClr val="FF8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098280" y="2468880"/>
            <a:ext cx="2103120" cy="274320"/>
          </a:xfrm>
          <a:prstGeom prst="rect">
            <a:avLst/>
          </a:prstGeom>
          <a:noFill/>
        </p:spPr>
        <p:txBody>
          <a:bodyPr wrap="square" lIns="0" rIns="0" tIns="0" bIns="0" anchor="t">
            <a:spAutoFit/>
          </a:bodyPr>
          <a:lstStyle/>
          <a:p>
            <a:pPr algn="l"/>
            <a:r>
              <a:rPr sz="1200" b="0">
                <a:solidFill>
                  <a:srgbClr val="FF89C4"/>
                </a:solidFill>
                <a:latin typeface="JetBrains Mono"/>
              </a:rPr>
              <a:t>NO PROOF?</a:t>
            </a:r>
          </a:p>
        </p:txBody>
      </p:sp>
      <p:sp>
        <p:nvSpPr>
          <p:cNvPr id="56" name="TextBox 55"/>
          <p:cNvSpPr txBox="1"/>
          <p:nvPr/>
        </p:nvSpPr>
        <p:spPr>
          <a:xfrm>
            <a:off x="9098280" y="2834640"/>
            <a:ext cx="2103120" cy="731520"/>
          </a:xfrm>
          <a:prstGeom prst="rect">
            <a:avLst/>
          </a:prstGeom>
          <a:noFill/>
        </p:spPr>
        <p:txBody>
          <a:bodyPr wrap="square" lIns="0" rIns="0" tIns="0" bIns="0" anchor="t">
            <a:spAutoFit/>
          </a:bodyPr>
          <a:lstStyle/>
          <a:p>
            <a:pPr algn="l"/>
            <a:r>
              <a:rPr sz="1900" b="1">
                <a:solidFill>
                  <a:srgbClr val="FFFFFF"/>
                </a:solidFill>
                <a:latin typeface="Montserrat"/>
              </a:rPr>
              <a:t>“Not established.”</a:t>
            </a:r>
          </a:p>
        </p:txBody>
      </p:sp>
      <p:sp>
        <p:nvSpPr>
          <p:cNvPr id="57" name="TextBox 56"/>
          <p:cNvSpPr txBox="1"/>
          <p:nvPr/>
        </p:nvSpPr>
        <p:spPr>
          <a:xfrm>
            <a:off x="9098280" y="3611880"/>
            <a:ext cx="2103120" cy="1005840"/>
          </a:xfrm>
          <a:prstGeom prst="rect">
            <a:avLst/>
          </a:prstGeom>
          <a:noFill/>
        </p:spPr>
        <p:txBody>
          <a:bodyPr wrap="square" lIns="0" rIns="0" tIns="0" bIns="0" anchor="t">
            <a:spAutoFit/>
          </a:bodyPr>
          <a:lstStyle/>
          <a:p>
            <a:pPr algn="l"/>
            <a:r>
              <a:rPr sz="1400" b="0">
                <a:solidFill>
                  <a:srgbClr val="A3A9C9"/>
                </a:solidFill>
                <a:latin typeface="Work Sans"/>
              </a:rPr>
              <a:t>“Not established”, never a guess</a:t>
            </a:r>
          </a:p>
        </p:txBody>
      </p:sp>
      <p:sp>
        <p:nvSpPr>
          <p:cNvPr id="58" name="TextBox 57"/>
          <p:cNvSpPr txBox="1"/>
          <p:nvPr/>
        </p:nvSpPr>
        <p:spPr>
          <a:xfrm>
            <a:off x="777240" y="5166360"/>
            <a:ext cx="10607040" cy="457200"/>
          </a:xfrm>
          <a:prstGeom prst="rect">
            <a:avLst/>
          </a:prstGeom>
          <a:noFill/>
        </p:spPr>
        <p:txBody>
          <a:bodyPr wrap="square" lIns="0" rIns="0" tIns="0" bIns="0" anchor="t">
            <a:spAutoFit/>
          </a:bodyPr>
          <a:lstStyle/>
          <a:p>
            <a:pPr algn="l"/>
            <a:r>
              <a:rPr sz="1700" b="0">
                <a:solidFill>
                  <a:srgbClr val="A3A9C9"/>
                </a:solidFill>
                <a:latin typeface="Work Sans"/>
              </a:rPr>
              <a:t>The AI may suggest an answer. </a:t>
            </a:r>
            <a:r>
              <a:rPr sz="1700" b="1">
                <a:solidFill>
                  <a:srgbClr val="FFFFFF"/>
                </a:solidFill>
                <a:latin typeface="Work Sans"/>
              </a:rPr>
              <a:t>Plain code checks it and makes the final call.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03</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04 · How data gets linked</a:t>
            </a:r>
          </a:p>
        </p:txBody>
      </p:sp>
      <p:sp>
        <p:nvSpPr>
          <p:cNvPr id="36" name="TextBox 35"/>
          <p:cNvSpPr txBox="1"/>
          <p:nvPr/>
        </p:nvSpPr>
        <p:spPr>
          <a:xfrm>
            <a:off x="777240" y="804672"/>
            <a:ext cx="10058400" cy="274320"/>
          </a:xfrm>
          <a:prstGeom prst="rect">
            <a:avLst/>
          </a:prstGeom>
          <a:noFill/>
        </p:spPr>
        <p:txBody>
          <a:bodyPr wrap="square" lIns="0" rIns="0" tIns="0" bIns="0" anchor="t">
            <a:spAutoFit/>
          </a:bodyPr>
          <a:lstStyle/>
          <a:p>
            <a:pPr algn="l"/>
            <a:r>
              <a:rPr sz="1200" b="0">
                <a:solidFill>
                  <a:srgbClr val="83F2F5"/>
                </a:solidFill>
                <a:latin typeface="JetBrains Mono"/>
              </a:rPr>
              <a:t>03 · ARCHITECTURE</a:t>
            </a:r>
          </a:p>
        </p:txBody>
      </p:sp>
      <p:sp>
        <p:nvSpPr>
          <p:cNvPr id="37" name="TextBox 36"/>
          <p:cNvSpPr txBox="1"/>
          <p:nvPr/>
        </p:nvSpPr>
        <p:spPr>
          <a:xfrm>
            <a:off x="777240" y="1024128"/>
            <a:ext cx="10789920" cy="512064"/>
          </a:xfrm>
          <a:prstGeom prst="rect">
            <a:avLst/>
          </a:prstGeom>
          <a:noFill/>
        </p:spPr>
        <p:txBody>
          <a:bodyPr wrap="square" lIns="0" rIns="0" tIns="0" bIns="0" anchor="t">
            <a:spAutoFit/>
          </a:bodyPr>
          <a:lstStyle/>
          <a:p>
            <a:pPr algn="l"/>
            <a:r>
              <a:rPr sz="2800" b="0">
                <a:solidFill>
                  <a:srgbClr val="FFFFFF"/>
                </a:solidFill>
                <a:latin typeface="Montserrat"/>
              </a:rPr>
              <a:t>Five layers, </a:t>
            </a:r>
            <a:r>
              <a:rPr sz="2800" b="1">
                <a:solidFill>
                  <a:srgbClr val="95A7FF"/>
                </a:solidFill>
                <a:latin typeface="Montserrat"/>
              </a:rPr>
              <a:t>one platform</a:t>
            </a:r>
          </a:p>
        </p:txBody>
      </p:sp>
      <p:sp>
        <p:nvSpPr>
          <p:cNvPr id="38" name="TextBox 37"/>
          <p:cNvSpPr txBox="1"/>
          <p:nvPr/>
        </p:nvSpPr>
        <p:spPr>
          <a:xfrm>
            <a:off x="777240" y="1572768"/>
            <a:ext cx="10789920" cy="292608"/>
          </a:xfrm>
          <a:prstGeom prst="rect">
            <a:avLst/>
          </a:prstGeom>
          <a:noFill/>
        </p:spPr>
        <p:txBody>
          <a:bodyPr wrap="square" lIns="0" rIns="0" tIns="0" bIns="0" anchor="t">
            <a:spAutoFit/>
          </a:bodyPr>
          <a:lstStyle/>
          <a:p>
            <a:pPr algn="l"/>
            <a:r>
              <a:rPr sz="1400" b="0">
                <a:solidFill>
                  <a:srgbClr val="A3A9C9"/>
                </a:solidFill>
                <a:latin typeface="Work Sans"/>
              </a:rPr>
              <a:t>Sources plug in on one side; people and services ask on the other.</a:t>
            </a:r>
          </a:p>
        </p:txBody>
      </p:sp>
      <p:pic>
        <p:nvPicPr>
          <p:cNvPr id="39" name="Picture 38" descr="diagram-architecture.png"/>
          <p:cNvPicPr>
            <a:picLocks noChangeAspect="1"/>
          </p:cNvPicPr>
          <p:nvPr/>
        </p:nvPicPr>
        <p:blipFill>
          <a:blip r:embed="rId3"/>
          <a:srcRect t="3000" b="3000"/>
          <a:stretch>
            <a:fillRect/>
          </a:stretch>
        </p:blipFill>
        <p:spPr>
          <a:xfrm>
            <a:off x="2118315" y="1965960"/>
            <a:ext cx="7955063" cy="4206240"/>
          </a:xfrm>
          <a:prstGeom prst="rect">
            <a:avLst/>
          </a:prstGeom>
          <a:ln w="9525">
            <a:solidFill>
              <a:srgbClr val="2A3160"/>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04</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05 · The agent’s flow</a:t>
            </a:r>
          </a:p>
        </p:txBody>
      </p:sp>
      <p:sp>
        <p:nvSpPr>
          <p:cNvPr id="36" name="TextBox 35"/>
          <p:cNvSpPr txBox="1"/>
          <p:nvPr/>
        </p:nvSpPr>
        <p:spPr>
          <a:xfrm>
            <a:off x="777240" y="804672"/>
            <a:ext cx="10058400" cy="274320"/>
          </a:xfrm>
          <a:prstGeom prst="rect">
            <a:avLst/>
          </a:prstGeom>
          <a:noFill/>
        </p:spPr>
        <p:txBody>
          <a:bodyPr wrap="square" lIns="0" rIns="0" tIns="0" bIns="0" anchor="t">
            <a:spAutoFit/>
          </a:bodyPr>
          <a:lstStyle/>
          <a:p>
            <a:pPr algn="l"/>
            <a:r>
              <a:rPr sz="1200" b="0">
                <a:solidFill>
                  <a:srgbClr val="83F2F5"/>
                </a:solidFill>
                <a:latin typeface="JetBrains Mono"/>
              </a:rPr>
              <a:t>04 · HOW DATA GETS LINKED</a:t>
            </a:r>
          </a:p>
        </p:txBody>
      </p:sp>
      <p:sp>
        <p:nvSpPr>
          <p:cNvPr id="37" name="TextBox 36"/>
          <p:cNvSpPr txBox="1"/>
          <p:nvPr/>
        </p:nvSpPr>
        <p:spPr>
          <a:xfrm>
            <a:off x="777240" y="1024128"/>
            <a:ext cx="10789920" cy="512064"/>
          </a:xfrm>
          <a:prstGeom prst="rect">
            <a:avLst/>
          </a:prstGeom>
          <a:noFill/>
        </p:spPr>
        <p:txBody>
          <a:bodyPr wrap="square" lIns="0" rIns="0" tIns="0" bIns="0" anchor="t">
            <a:spAutoFit/>
          </a:bodyPr>
          <a:lstStyle/>
          <a:p>
            <a:pPr algn="l"/>
            <a:r>
              <a:rPr sz="2800" b="0">
                <a:solidFill>
                  <a:srgbClr val="FFFFFF"/>
                </a:solidFill>
                <a:latin typeface="Montserrat"/>
              </a:rPr>
              <a:t>Linked only by </a:t>
            </a:r>
            <a:r>
              <a:rPr sz="2800" b="1">
                <a:solidFill>
                  <a:srgbClr val="95A7FF"/>
                </a:solidFill>
                <a:latin typeface="Montserrat"/>
              </a:rPr>
              <a:t>what is written</a:t>
            </a:r>
          </a:p>
        </p:txBody>
      </p:sp>
      <p:sp>
        <p:nvSpPr>
          <p:cNvPr id="38" name="TextBox 37"/>
          <p:cNvSpPr txBox="1"/>
          <p:nvPr/>
        </p:nvSpPr>
        <p:spPr>
          <a:xfrm>
            <a:off x="777240" y="1572768"/>
            <a:ext cx="10789920" cy="292608"/>
          </a:xfrm>
          <a:prstGeom prst="rect">
            <a:avLst/>
          </a:prstGeom>
          <a:noFill/>
        </p:spPr>
        <p:txBody>
          <a:bodyPr wrap="square" lIns="0" rIns="0" tIns="0" bIns="0" anchor="t">
            <a:spAutoFit/>
          </a:bodyPr>
          <a:lstStyle/>
          <a:p>
            <a:pPr algn="l"/>
            <a:r>
              <a:rPr sz="1400" b="0">
                <a:solidFill>
                  <a:srgbClr val="A3A9C9"/>
                </a:solidFill>
                <a:latin typeface="Work Sans"/>
              </a:rPr>
              <a:t>Three link types, never guessed from similar words or timing. A real chain from the Kafka data (KIP-890).</a:t>
            </a:r>
          </a:p>
        </p:txBody>
      </p:sp>
      <p:pic>
        <p:nvPicPr>
          <p:cNvPr id="39" name="Picture 38" descr="diagram-dataflow.png"/>
          <p:cNvPicPr>
            <a:picLocks noChangeAspect="1"/>
          </p:cNvPicPr>
          <p:nvPr/>
        </p:nvPicPr>
        <p:blipFill>
          <a:blip r:embed="rId3"/>
          <a:srcRect t="3000" b="3000"/>
          <a:stretch>
            <a:fillRect/>
          </a:stretch>
        </p:blipFill>
        <p:spPr>
          <a:xfrm>
            <a:off x="2118315" y="1965960"/>
            <a:ext cx="7955063" cy="4206240"/>
          </a:xfrm>
          <a:prstGeom prst="rect">
            <a:avLst/>
          </a:prstGeom>
          <a:ln w="9525">
            <a:solidFill>
              <a:srgbClr val="2A3160"/>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05</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06 · Does and refuses</a:t>
            </a:r>
          </a:p>
        </p:txBody>
      </p:sp>
      <p:sp>
        <p:nvSpPr>
          <p:cNvPr id="36" name="TextBox 35"/>
          <p:cNvSpPr txBox="1"/>
          <p:nvPr/>
        </p:nvSpPr>
        <p:spPr>
          <a:xfrm>
            <a:off x="777240" y="804672"/>
            <a:ext cx="10058400" cy="274320"/>
          </a:xfrm>
          <a:prstGeom prst="rect">
            <a:avLst/>
          </a:prstGeom>
          <a:noFill/>
        </p:spPr>
        <p:txBody>
          <a:bodyPr wrap="square" lIns="0" rIns="0" tIns="0" bIns="0" anchor="t">
            <a:spAutoFit/>
          </a:bodyPr>
          <a:lstStyle/>
          <a:p>
            <a:pPr algn="l"/>
            <a:r>
              <a:rPr sz="1200" b="0">
                <a:solidFill>
                  <a:srgbClr val="83F2F5"/>
                </a:solidFill>
                <a:latin typeface="JetBrains Mono"/>
              </a:rPr>
              <a:t>05 · THE AGENT’S FLOW</a:t>
            </a:r>
          </a:p>
        </p:txBody>
      </p:sp>
      <p:sp>
        <p:nvSpPr>
          <p:cNvPr id="37" name="TextBox 36"/>
          <p:cNvSpPr txBox="1"/>
          <p:nvPr/>
        </p:nvSpPr>
        <p:spPr>
          <a:xfrm>
            <a:off x="777240" y="1024128"/>
            <a:ext cx="10789920" cy="512064"/>
          </a:xfrm>
          <a:prstGeom prst="rect">
            <a:avLst/>
          </a:prstGeom>
          <a:noFill/>
        </p:spPr>
        <p:txBody>
          <a:bodyPr wrap="square" lIns="0" rIns="0" tIns="0" bIns="0" anchor="t">
            <a:spAutoFit/>
          </a:bodyPr>
          <a:lstStyle/>
          <a:p>
            <a:pPr algn="l"/>
            <a:r>
              <a:rPr sz="2800" b="0">
                <a:solidFill>
                  <a:srgbClr val="FFFFFF"/>
                </a:solidFill>
                <a:latin typeface="Montserrat"/>
              </a:rPr>
              <a:t>Seven steps; </a:t>
            </a:r>
            <a:r>
              <a:rPr sz="2800" b="1">
                <a:solidFill>
                  <a:srgbClr val="95A7FF"/>
                </a:solidFill>
                <a:latin typeface="Montserrat"/>
              </a:rPr>
              <a:t>code has the last word</a:t>
            </a:r>
          </a:p>
        </p:txBody>
      </p:sp>
      <p:sp>
        <p:nvSpPr>
          <p:cNvPr id="38" name="TextBox 37"/>
          <p:cNvSpPr txBox="1"/>
          <p:nvPr/>
        </p:nvSpPr>
        <p:spPr>
          <a:xfrm>
            <a:off x="777240" y="1572768"/>
            <a:ext cx="10789920" cy="292608"/>
          </a:xfrm>
          <a:prstGeom prst="rect">
            <a:avLst/>
          </a:prstGeom>
          <a:noFill/>
        </p:spPr>
        <p:txBody>
          <a:bodyPr wrap="square" lIns="0" rIns="0" tIns="0" bIns="0" anchor="t">
            <a:spAutoFit/>
          </a:bodyPr>
          <a:lstStyle/>
          <a:p>
            <a:pPr algn="l"/>
            <a:r>
              <a:rPr sz="1400" b="0">
                <a:solidFill>
                  <a:srgbClr val="A3A9C9"/>
                </a:solidFill>
                <a:latin typeface="Work Sans"/>
              </a:rPr>
              <a:t>If the evidence isn’t enough it plans again, at most 3 rounds.</a:t>
            </a:r>
          </a:p>
        </p:txBody>
      </p:sp>
      <p:pic>
        <p:nvPicPr>
          <p:cNvPr id="39" name="Picture 38" descr="diagram-agentflow.png"/>
          <p:cNvPicPr>
            <a:picLocks noChangeAspect="1"/>
          </p:cNvPicPr>
          <p:nvPr/>
        </p:nvPicPr>
        <p:blipFill>
          <a:blip r:embed="rId3"/>
          <a:srcRect t="3000" b="3000"/>
          <a:stretch>
            <a:fillRect/>
          </a:stretch>
        </p:blipFill>
        <p:spPr>
          <a:xfrm>
            <a:off x="2118315" y="1965960"/>
            <a:ext cx="7955063" cy="4206240"/>
          </a:xfrm>
          <a:prstGeom prst="rect">
            <a:avLst/>
          </a:prstGeom>
          <a:ln w="9525">
            <a:solidFill>
              <a:srgbClr val="2A316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06</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07 · Why it stands out</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06 · DOES AND REFUSES</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Read-only, </a:t>
            </a:r>
            <a:r>
              <a:rPr sz="3400" b="1">
                <a:solidFill>
                  <a:srgbClr val="95A7FF"/>
                </a:solidFill>
                <a:latin typeface="Montserrat"/>
              </a:rPr>
              <a:t>and it never guesses</a:t>
            </a:r>
          </a:p>
        </p:txBody>
      </p:sp>
      <p:sp>
        <p:nvSpPr>
          <p:cNvPr id="38" name="Rounded Rectangle 37"/>
          <p:cNvSpPr/>
          <p:nvPr/>
        </p:nvSpPr>
        <p:spPr>
          <a:xfrm>
            <a:off x="777240" y="2011680"/>
            <a:ext cx="10607040" cy="868680"/>
          </a:xfrm>
          <a:prstGeom prst="roundRect">
            <a:avLst>
              <a:gd name="adj" fmla="val 8000"/>
            </a:avLst>
          </a:prstGeom>
          <a:solidFill>
            <a:srgbClr val="0B1030"/>
          </a:solidFill>
          <a:ln w="12700">
            <a:solidFill>
              <a:srgbClr val="83F2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05840" y="2103120"/>
            <a:ext cx="10149840" cy="731520"/>
          </a:xfrm>
          <a:prstGeom prst="rect">
            <a:avLst/>
          </a:prstGeom>
          <a:noFill/>
        </p:spPr>
        <p:txBody>
          <a:bodyPr wrap="square" lIns="0" rIns="0" tIns="0" bIns="0" anchor="t">
            <a:spAutoFit/>
          </a:bodyPr>
          <a:lstStyle/>
          <a:p>
            <a:pPr algn="l"/>
            <a:r>
              <a:rPr sz="1200" b="0">
                <a:solidFill>
                  <a:srgbClr val="83F2F5"/>
                </a:solidFill>
                <a:latin typeface="JetBrains Mono"/>
              </a:rPr>
              <a:t>DOES  </a:t>
            </a:r>
          </a:p>
          <a:p>
            <a:pPr algn="l"/>
            <a:r>
              <a:rPr sz="1500" b="0">
                <a:solidFill>
                  <a:srgbClr val="FFFFFF"/>
                </a:solidFill>
                <a:latin typeface="Work Sans"/>
              </a:rPr>
              <a:t>Read-only searches through 5 fixed tools </a:t>
            </a:r>
            <a:r>
              <a:rPr sz="1200" b="0">
                <a:solidFill>
                  <a:srgbClr val="A3A9C9"/>
                </a:solidFill>
                <a:latin typeface="JetBrains Mono"/>
              </a:rPr>
              <a:t>(find_text, file_history, neighbors, evidence_chain, get)</a:t>
            </a:r>
            <a:r>
              <a:rPr sz="1500" b="0">
                <a:solidFill>
                  <a:srgbClr val="A3A9C9"/>
                </a:solidFill>
                <a:latin typeface="Work Sans"/>
              </a:rPr>
              <a:t>, plus one guarded escape hatch that may only find IDs.</a:t>
            </a:r>
          </a:p>
        </p:txBody>
      </p:sp>
      <p:sp>
        <p:nvSpPr>
          <p:cNvPr id="40" name="TextBox 39"/>
          <p:cNvSpPr txBox="1"/>
          <p:nvPr/>
        </p:nvSpPr>
        <p:spPr>
          <a:xfrm>
            <a:off x="777240" y="3063240"/>
            <a:ext cx="2743200" cy="274320"/>
          </a:xfrm>
          <a:prstGeom prst="rect">
            <a:avLst/>
          </a:prstGeom>
          <a:noFill/>
        </p:spPr>
        <p:txBody>
          <a:bodyPr wrap="square" lIns="0" rIns="0" tIns="0" bIns="0" anchor="t">
            <a:spAutoFit/>
          </a:bodyPr>
          <a:lstStyle/>
          <a:p>
            <a:pPr algn="l"/>
            <a:r>
              <a:rPr sz="1200" b="0">
                <a:solidFill>
                  <a:srgbClr val="FF89C4"/>
                </a:solidFill>
                <a:latin typeface="JetBrains Mono"/>
              </a:rPr>
              <a:t>REFUSES</a:t>
            </a:r>
          </a:p>
        </p:txBody>
      </p:sp>
      <p:sp>
        <p:nvSpPr>
          <p:cNvPr id="41" name="Rounded Rectangle 40"/>
          <p:cNvSpPr/>
          <p:nvPr/>
        </p:nvSpPr>
        <p:spPr>
          <a:xfrm>
            <a:off x="777240" y="3383280"/>
            <a:ext cx="5212080" cy="896112"/>
          </a:xfrm>
          <a:prstGeom prst="roundRect">
            <a:avLst>
              <a:gd name="adj" fmla="val 8000"/>
            </a:avLst>
          </a:prstGeom>
          <a:solidFill>
            <a:srgbClr val="0B1030"/>
          </a:solidFill>
          <a:ln w="12700">
            <a:solidFill>
              <a:srgbClr val="FF89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005840" y="3474720"/>
            <a:ext cx="4754880" cy="320040"/>
          </a:xfrm>
          <a:prstGeom prst="rect">
            <a:avLst/>
          </a:prstGeom>
          <a:noFill/>
        </p:spPr>
        <p:txBody>
          <a:bodyPr wrap="square" lIns="0" rIns="0" tIns="0" bIns="0" anchor="t">
            <a:spAutoFit/>
          </a:bodyPr>
          <a:lstStyle/>
          <a:p>
            <a:pPr algn="l"/>
            <a:r>
              <a:rPr sz="1600" b="1">
                <a:solidFill>
                  <a:srgbClr val="FFFFFF"/>
                </a:solidFill>
                <a:latin typeface="Montserrat"/>
              </a:rPr>
              <a:t>No writes</a:t>
            </a:r>
          </a:p>
        </p:txBody>
      </p:sp>
      <p:sp>
        <p:nvSpPr>
          <p:cNvPr id="43" name="TextBox 42"/>
          <p:cNvSpPr txBox="1"/>
          <p:nvPr/>
        </p:nvSpPr>
        <p:spPr>
          <a:xfrm>
            <a:off x="1005840" y="3840480"/>
            <a:ext cx="4846320" cy="365760"/>
          </a:xfrm>
          <a:prstGeom prst="rect">
            <a:avLst/>
          </a:prstGeom>
          <a:noFill/>
        </p:spPr>
        <p:txBody>
          <a:bodyPr wrap="square" lIns="0" rIns="0" tIns="0" bIns="0" anchor="t">
            <a:spAutoFit/>
          </a:bodyPr>
          <a:lstStyle/>
          <a:p>
            <a:pPr algn="l"/>
            <a:r>
              <a:rPr sz="1300" b="0">
                <a:solidFill>
                  <a:srgbClr val="A3A9C9"/>
                </a:solidFill>
                <a:latin typeface="Work Sans"/>
              </a:rPr>
              <a:t>Write words blocked in code; read-only route; every query time-limited.</a:t>
            </a:r>
          </a:p>
        </p:txBody>
      </p:sp>
      <p:sp>
        <p:nvSpPr>
          <p:cNvPr id="44" name="Rounded Rectangle 43"/>
          <p:cNvSpPr/>
          <p:nvPr/>
        </p:nvSpPr>
        <p:spPr>
          <a:xfrm>
            <a:off x="6172200" y="3383280"/>
            <a:ext cx="5212080" cy="896112"/>
          </a:xfrm>
          <a:prstGeom prst="roundRect">
            <a:avLst>
              <a:gd name="adj" fmla="val 8000"/>
            </a:avLst>
          </a:prstGeom>
          <a:solidFill>
            <a:srgbClr val="0B1030"/>
          </a:solidFill>
          <a:ln w="12700">
            <a:solidFill>
              <a:srgbClr val="FF89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0" y="3474720"/>
            <a:ext cx="4754880" cy="320040"/>
          </a:xfrm>
          <a:prstGeom prst="rect">
            <a:avLst/>
          </a:prstGeom>
          <a:noFill/>
        </p:spPr>
        <p:txBody>
          <a:bodyPr wrap="square" lIns="0" rIns="0" tIns="0" bIns="0" anchor="t">
            <a:spAutoFit/>
          </a:bodyPr>
          <a:lstStyle/>
          <a:p>
            <a:pPr algn="l"/>
            <a:r>
              <a:rPr sz="1600" b="1">
                <a:solidFill>
                  <a:srgbClr val="FFFFFF"/>
                </a:solidFill>
                <a:latin typeface="Montserrat"/>
              </a:rPr>
              <a:t>No invented IDs</a:t>
            </a:r>
          </a:p>
        </p:txBody>
      </p:sp>
      <p:sp>
        <p:nvSpPr>
          <p:cNvPr id="46" name="TextBox 45"/>
          <p:cNvSpPr txBox="1"/>
          <p:nvPr/>
        </p:nvSpPr>
        <p:spPr>
          <a:xfrm>
            <a:off x="6400800" y="3840480"/>
            <a:ext cx="4846320" cy="365760"/>
          </a:xfrm>
          <a:prstGeom prst="rect">
            <a:avLst/>
          </a:prstGeom>
          <a:noFill/>
        </p:spPr>
        <p:txBody>
          <a:bodyPr wrap="square" lIns="0" rIns="0" tIns="0" bIns="0" anchor="t">
            <a:spAutoFit/>
          </a:bodyPr>
          <a:lstStyle/>
          <a:p>
            <a:pPr algn="l"/>
            <a:r>
              <a:rPr sz="1300" b="0">
                <a:solidFill>
                  <a:srgbClr val="A3A9C9"/>
                </a:solidFill>
                <a:latin typeface="Work Sans"/>
              </a:rPr>
              <a:t>Only items already seen in evidence or named in the question.</a:t>
            </a:r>
          </a:p>
        </p:txBody>
      </p:sp>
      <p:sp>
        <p:nvSpPr>
          <p:cNvPr id="47" name="Rounded Rectangle 46"/>
          <p:cNvSpPr/>
          <p:nvPr/>
        </p:nvSpPr>
        <p:spPr>
          <a:xfrm>
            <a:off x="777240" y="4407408"/>
            <a:ext cx="5212080" cy="896112"/>
          </a:xfrm>
          <a:prstGeom prst="roundRect">
            <a:avLst>
              <a:gd name="adj" fmla="val 8000"/>
            </a:avLst>
          </a:prstGeom>
          <a:solidFill>
            <a:srgbClr val="0B1030"/>
          </a:solidFill>
          <a:ln w="12700">
            <a:solidFill>
              <a:srgbClr val="FF89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05840" y="4498848"/>
            <a:ext cx="4754880" cy="320040"/>
          </a:xfrm>
          <a:prstGeom prst="rect">
            <a:avLst/>
          </a:prstGeom>
          <a:noFill/>
        </p:spPr>
        <p:txBody>
          <a:bodyPr wrap="square" lIns="0" rIns="0" tIns="0" bIns="0" anchor="t">
            <a:spAutoFit/>
          </a:bodyPr>
          <a:lstStyle/>
          <a:p>
            <a:pPr algn="l"/>
            <a:r>
              <a:rPr sz="1600" b="1">
                <a:solidFill>
                  <a:srgbClr val="FFFFFF"/>
                </a:solidFill>
                <a:latin typeface="Montserrat"/>
              </a:rPr>
              <a:t>No paraphrased quotes</a:t>
            </a:r>
          </a:p>
        </p:txBody>
      </p:sp>
      <p:sp>
        <p:nvSpPr>
          <p:cNvPr id="49" name="TextBox 48"/>
          <p:cNvSpPr txBox="1"/>
          <p:nvPr/>
        </p:nvSpPr>
        <p:spPr>
          <a:xfrm>
            <a:off x="1005840" y="4864608"/>
            <a:ext cx="4846320" cy="365760"/>
          </a:xfrm>
          <a:prstGeom prst="rect">
            <a:avLst/>
          </a:prstGeom>
          <a:noFill/>
        </p:spPr>
        <p:txBody>
          <a:bodyPr wrap="square" lIns="0" rIns="0" tIns="0" bIns="0" anchor="t">
            <a:spAutoFit/>
          </a:bodyPr>
          <a:lstStyle/>
          <a:p>
            <a:pPr algn="l"/>
            <a:r>
              <a:rPr sz="1300" b="0">
                <a:solidFill>
                  <a:srgbClr val="A3A9C9"/>
                </a:solidFill>
                <a:latin typeface="Work Sans"/>
              </a:rPr>
              <a:t>A quote survives only if it is word for word in that item’s text.</a:t>
            </a:r>
          </a:p>
        </p:txBody>
      </p:sp>
      <p:sp>
        <p:nvSpPr>
          <p:cNvPr id="50" name="Rounded Rectangle 49"/>
          <p:cNvSpPr/>
          <p:nvPr/>
        </p:nvSpPr>
        <p:spPr>
          <a:xfrm>
            <a:off x="6172200" y="4407408"/>
            <a:ext cx="5212080" cy="896112"/>
          </a:xfrm>
          <a:prstGeom prst="roundRect">
            <a:avLst>
              <a:gd name="adj" fmla="val 8000"/>
            </a:avLst>
          </a:prstGeom>
          <a:solidFill>
            <a:srgbClr val="0B1030"/>
          </a:solidFill>
          <a:ln w="12700">
            <a:solidFill>
              <a:srgbClr val="FF89C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400800" y="4498848"/>
            <a:ext cx="4754880" cy="320040"/>
          </a:xfrm>
          <a:prstGeom prst="rect">
            <a:avLst/>
          </a:prstGeom>
          <a:noFill/>
        </p:spPr>
        <p:txBody>
          <a:bodyPr wrap="square" lIns="0" rIns="0" tIns="0" bIns="0" anchor="t">
            <a:spAutoFit/>
          </a:bodyPr>
          <a:lstStyle/>
          <a:p>
            <a:pPr algn="l"/>
            <a:r>
              <a:rPr sz="1600" b="1">
                <a:solidFill>
                  <a:srgbClr val="FFFFFF"/>
                </a:solidFill>
                <a:latin typeface="Montserrat"/>
              </a:rPr>
              <a:t>No guessing</a:t>
            </a:r>
          </a:p>
        </p:txBody>
      </p:sp>
      <p:sp>
        <p:nvSpPr>
          <p:cNvPr id="52" name="TextBox 51"/>
          <p:cNvSpPr txBox="1"/>
          <p:nvPr/>
        </p:nvSpPr>
        <p:spPr>
          <a:xfrm>
            <a:off x="6400800" y="4864608"/>
            <a:ext cx="4846320" cy="365760"/>
          </a:xfrm>
          <a:prstGeom prst="rect">
            <a:avLst/>
          </a:prstGeom>
          <a:noFill/>
        </p:spPr>
        <p:txBody>
          <a:bodyPr wrap="square" lIns="0" rIns="0" tIns="0" bIns="0" anchor="t">
            <a:spAutoFit/>
          </a:bodyPr>
          <a:lstStyle/>
          <a:p>
            <a:pPr algn="l"/>
            <a:r>
              <a:rPr sz="1300" b="0">
                <a:solidFill>
                  <a:srgbClr val="A3A9C9"/>
                </a:solidFill>
                <a:latin typeface="Work Sans"/>
              </a:rPr>
              <a:t>Established only if evidence is enough and a verified quote remains.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07</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08 · How we test it</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07 · WHY IT STANDS OUT</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Proof you can check, </a:t>
            </a:r>
            <a:r>
              <a:rPr sz="3400" b="1">
                <a:solidFill>
                  <a:srgbClr val="95A7FF"/>
                </a:solidFill>
                <a:latin typeface="Montserrat"/>
              </a:rPr>
              <a:t>not a guess</a:t>
            </a:r>
          </a:p>
        </p:txBody>
      </p:sp>
      <p:graphicFrame>
        <p:nvGraphicFramePr>
          <p:cNvPr id="38" name="Table 37"/>
          <p:cNvGraphicFramePr>
            <a:graphicFrameLocks noGrp="1"/>
          </p:cNvGraphicFramePr>
          <p:nvPr/>
        </p:nvGraphicFramePr>
        <p:xfrm>
          <a:off x="777240" y="1920240"/>
          <a:ext cx="10607040" cy="2743200"/>
        </p:xfrm>
        <a:graphic>
          <a:graphicData uri="http://schemas.openxmlformats.org/drawingml/2006/table">
            <a:tbl>
              <a:tblPr firstRow="0" bandRow="0"/>
              <a:tblGrid>
                <a:gridCol w="1920240"/>
                <a:gridCol w="3108960"/>
                <a:gridCol w="3017520"/>
                <a:gridCol w="2560320"/>
              </a:tblGrid>
              <a:tr h="548640">
                <a:tc>
                  <a:txBody>
                    <a:bodyPr/>
                    <a:lstStyle/>
                    <a:p>
                      <a:r>
                        <a:rPr sz="1300" b="1">
                          <a:solidFill>
                            <a:srgbClr val="FFFFFF"/>
                          </a:solidFill>
                          <a:latin typeface="Montserrat"/>
                        </a:rPr>
                        <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18215A"/>
                    </a:solidFill>
                  </a:tcPr>
                </a:tc>
                <a:tc>
                  <a:txBody>
                    <a:bodyPr/>
                    <a:lstStyle/>
                    <a:p>
                      <a:r>
                        <a:rPr sz="1300" b="1">
                          <a:solidFill>
                            <a:srgbClr val="95A7FF"/>
                          </a:solidFill>
                          <a:latin typeface="Montserrat"/>
                        </a:rPr>
                        <a:t>Engineering Memory</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18215A"/>
                    </a:solidFill>
                  </a:tcPr>
                </a:tc>
                <a:tc>
                  <a:txBody>
                    <a:bodyPr/>
                    <a:lstStyle/>
                    <a:p>
                      <a:r>
                        <a:rPr sz="1300" b="1">
                          <a:solidFill>
                            <a:srgbClr val="FFFFFF"/>
                          </a:solidFill>
                          <a:latin typeface="Montserrat"/>
                        </a:rPr>
                        <a:t>Mem0 · Zep/Graphiti · GraphRAG</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18215A"/>
                    </a:solidFill>
                  </a:tcPr>
                </a:tc>
                <a:tc>
                  <a:txBody>
                    <a:bodyPr/>
                    <a:lstStyle/>
                    <a:p>
                      <a:r>
                        <a:rPr sz="1300" b="1">
                          <a:solidFill>
                            <a:srgbClr val="FFFFFF"/>
                          </a:solidFill>
                          <a:latin typeface="Montserrat"/>
                        </a:rPr>
                        <a:t>Coding agents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18215A"/>
                    </a:solidFill>
                  </a:tcPr>
                </a:tc>
              </a:tr>
              <a:tr h="548640">
                <a:tc>
                  <a:txBody>
                    <a:bodyPr/>
                    <a:lstStyle/>
                    <a:p>
                      <a:r>
                        <a:rPr sz="1400" b="1">
                          <a:solidFill>
                            <a:srgbClr val="FFFFFF"/>
                          </a:solidFill>
                          <a:latin typeface="Montserrat"/>
                        </a:rPr>
                        <a:t>Links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FFFFFF"/>
                          </a:solidFill>
                          <a:latin typeface="Work Sans"/>
                        </a:rPr>
                        <a:t>Only links a person wrote down</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B1030"/>
                    </a:solidFill>
                  </a:tcPr>
                </a:tc>
                <a:tc>
                  <a:txBody>
                    <a:bodyPr/>
                    <a:lstStyle/>
                    <a:p>
                      <a:r>
                        <a:rPr sz="1400" b="0">
                          <a:solidFill>
                            <a:srgbClr val="A3A9C9"/>
                          </a:solidFill>
                          <a:latin typeface="Work Sans"/>
                        </a:rPr>
                        <a:t>Extracted or inferred by an AI model</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A3A9C9"/>
                          </a:solidFill>
                          <a:latin typeface="Work Sans"/>
                        </a:rPr>
                        <a:t>Not about team history</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r>
              <a:tr h="548640">
                <a:tc>
                  <a:txBody>
                    <a:bodyPr/>
                    <a:lstStyle/>
                    <a:p>
                      <a:r>
                        <a:rPr sz="1400" b="1">
                          <a:solidFill>
                            <a:srgbClr val="FFFFFF"/>
                          </a:solidFill>
                          <a:latin typeface="Montserrat"/>
                        </a:rPr>
                        <a:t>Proof</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FFFFFF"/>
                          </a:solidFill>
                          <a:latin typeface="Work Sans"/>
                        </a:rPr>
                        <a:t>Word-for-word quote, checked in code</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B1030"/>
                    </a:solidFill>
                  </a:tcPr>
                </a:tc>
                <a:tc>
                  <a:txBody>
                    <a:bodyPr/>
                    <a:lstStyle/>
                    <a:p>
                      <a:r>
                        <a:rPr sz="1400" b="0">
                          <a:solidFill>
                            <a:srgbClr val="A3A9C9"/>
                          </a:solidFill>
                          <a:latin typeface="Work Sans"/>
                        </a:rPr>
                        <a:t>Source IDs; quotes not checked</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A3A9C9"/>
                          </a:solidFill>
                          <a:latin typeface="Work Sans"/>
                        </a:rPr>
                        <a:t>Tests and linters check code edits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r>
              <a:tr h="548640">
                <a:tc>
                  <a:txBody>
                    <a:bodyPr/>
                    <a:lstStyle/>
                    <a:p>
                      <a:r>
                        <a:rPr sz="1400" b="1">
                          <a:solidFill>
                            <a:srgbClr val="FFFFFF"/>
                          </a:solidFill>
                          <a:latin typeface="Montserrat"/>
                        </a:rPr>
                        <a:t>When unsure</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FFFFFF"/>
                          </a:solidFill>
                          <a:latin typeface="Work Sans"/>
                        </a:rPr>
                        <a:t>“Not established”, enforced in code</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B1030"/>
                    </a:solidFill>
                  </a:tcPr>
                </a:tc>
                <a:tc>
                  <a:txBody>
                    <a:bodyPr/>
                    <a:lstStyle/>
                    <a:p>
                      <a:r>
                        <a:rPr sz="1400" b="0">
                          <a:solidFill>
                            <a:srgbClr val="A3A9C9"/>
                          </a:solidFill>
                          <a:latin typeface="Work Sans"/>
                        </a:rPr>
                        <a:t>Prompt-level or not measured</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A3A9C9"/>
                          </a:solidFill>
                          <a:latin typeface="Work Sans"/>
                        </a:rPr>
                        <a:t>Not documented</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r>
              <a:tr h="548640">
                <a:tc>
                  <a:txBody>
                    <a:bodyPr/>
                    <a:lstStyle/>
                    <a:p>
                      <a:r>
                        <a:rPr sz="1400" b="1">
                          <a:solidFill>
                            <a:srgbClr val="FFFFFF"/>
                          </a:solidFill>
                          <a:latin typeface="Montserrat"/>
                        </a:rPr>
                        <a:t>Database access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FFFFFF"/>
                          </a:solidFill>
                          <a:latin typeface="Work Sans"/>
                        </a:rPr>
                        <a:t>Fixed read-only tools + ID guard</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B1030"/>
                    </a:solidFill>
                  </a:tcPr>
                </a:tc>
                <a:tc>
                  <a:txBody>
                    <a:bodyPr/>
                    <a:lstStyle/>
                    <a:p>
                      <a:r>
                        <a:rPr sz="1400" b="0">
                          <a:solidFill>
                            <a:srgbClr val="A3A9C9"/>
                          </a:solidFill>
                          <a:latin typeface="Work Sans"/>
                        </a:rPr>
                        <a:t>Not their focus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c>
                  <a:txBody>
                    <a:bodyPr/>
                    <a:lstStyle/>
                    <a:p>
                      <a:r>
                        <a:rPr sz="1400" b="0">
                          <a:solidFill>
                            <a:srgbClr val="A3A9C9"/>
                          </a:solidFill>
                          <a:latin typeface="Work Sans"/>
                        </a:rPr>
                        <a:t>Sandbox or permission rules</a:t>
                      </a:r>
                    </a:p>
                  </a:txBody>
                  <a:tcPr marL="137160" marR="137160" anchor="ctr">
                    <a:lnL w="9525">
                      <a:solidFill>
                        <a:srgbClr val="2A3160"/>
                      </a:solidFill>
                    </a:lnL>
                    <a:lnR w="9525">
                      <a:solidFill>
                        <a:srgbClr val="2A3160"/>
                      </a:solidFill>
                    </a:lnR>
                    <a:lnT w="9525">
                      <a:solidFill>
                        <a:srgbClr val="2A3160"/>
                      </a:solidFill>
                    </a:lnT>
                    <a:lnB w="9525">
                      <a:solidFill>
                        <a:srgbClr val="2A3160"/>
                      </a:solidFill>
                    </a:lnB>
                    <a:solidFill>
                      <a:srgbClr val="05081C"/>
                    </a:solidFill>
                  </a:tcPr>
                </a:tc>
              </a:tr>
            </a:tbl>
          </a:graphicData>
        </a:graphic>
      </p:graphicFrame>
      <p:sp>
        <p:nvSpPr>
          <p:cNvPr id="39" name="Rounded Rectangle 38"/>
          <p:cNvSpPr/>
          <p:nvPr/>
        </p:nvSpPr>
        <p:spPr>
          <a:xfrm>
            <a:off x="777240" y="5074920"/>
            <a:ext cx="2560320" cy="502920"/>
          </a:xfrm>
          <a:prstGeom prst="roundRect">
            <a:avLst>
              <a:gd name="adj" fmla="val 8000"/>
            </a:avLst>
          </a:prstGeom>
          <a:solidFill>
            <a:srgbClr val="0B1030"/>
          </a:solidFill>
          <a:ln w="12700">
            <a:solidFill>
              <a:srgbClr val="95A7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5074920"/>
            <a:ext cx="2560320" cy="502920"/>
          </a:xfrm>
          <a:prstGeom prst="rect">
            <a:avLst/>
          </a:prstGeom>
          <a:noFill/>
        </p:spPr>
        <p:txBody>
          <a:bodyPr wrap="square" lIns="0" rIns="0" tIns="0" bIns="0" anchor="ctr">
            <a:spAutoFit/>
          </a:bodyPr>
          <a:lstStyle/>
          <a:p>
            <a:pPr algn="ctr"/>
            <a:r>
              <a:rPr sz="1300" b="1">
                <a:solidFill>
                  <a:srgbClr val="95A7FF"/>
                </a:solidFill>
                <a:latin typeface="JetBrains Mono"/>
              </a:rPr>
              <a:t>1  </a:t>
            </a:r>
            <a:r>
              <a:rPr sz="1300" b="0">
                <a:solidFill>
                  <a:srgbClr val="FFFFFF"/>
                </a:solidFill>
                <a:latin typeface="Work Sans"/>
              </a:rPr>
              <a:t>Written links only</a:t>
            </a:r>
          </a:p>
        </p:txBody>
      </p:sp>
      <p:sp>
        <p:nvSpPr>
          <p:cNvPr id="41" name="Rounded Rectangle 40"/>
          <p:cNvSpPr/>
          <p:nvPr/>
        </p:nvSpPr>
        <p:spPr>
          <a:xfrm>
            <a:off x="3474720" y="5074920"/>
            <a:ext cx="2560320" cy="502920"/>
          </a:xfrm>
          <a:prstGeom prst="roundRect">
            <a:avLst>
              <a:gd name="adj" fmla="val 8000"/>
            </a:avLst>
          </a:prstGeom>
          <a:solidFill>
            <a:srgbClr val="0B1030"/>
          </a:solidFill>
          <a:ln w="12700">
            <a:solidFill>
              <a:srgbClr val="95A7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3474720" y="5074920"/>
            <a:ext cx="2560320" cy="502920"/>
          </a:xfrm>
          <a:prstGeom prst="rect">
            <a:avLst/>
          </a:prstGeom>
          <a:noFill/>
        </p:spPr>
        <p:txBody>
          <a:bodyPr wrap="square" lIns="0" rIns="0" tIns="0" bIns="0" anchor="ctr">
            <a:spAutoFit/>
          </a:bodyPr>
          <a:lstStyle/>
          <a:p>
            <a:pPr algn="ctr"/>
            <a:r>
              <a:rPr sz="1300" b="1">
                <a:solidFill>
                  <a:srgbClr val="95A7FF"/>
                </a:solidFill>
                <a:latin typeface="JetBrains Mono"/>
              </a:rPr>
              <a:t>2  </a:t>
            </a:r>
            <a:r>
              <a:rPr sz="1300" b="0">
                <a:solidFill>
                  <a:srgbClr val="FFFFFF"/>
                </a:solidFill>
                <a:latin typeface="Work Sans"/>
              </a:rPr>
              <a:t>Quotes checked by code</a:t>
            </a:r>
          </a:p>
        </p:txBody>
      </p:sp>
      <p:sp>
        <p:nvSpPr>
          <p:cNvPr id="43" name="Rounded Rectangle 42"/>
          <p:cNvSpPr/>
          <p:nvPr/>
        </p:nvSpPr>
        <p:spPr>
          <a:xfrm>
            <a:off x="6172200" y="5074920"/>
            <a:ext cx="2560320" cy="502920"/>
          </a:xfrm>
          <a:prstGeom prst="roundRect">
            <a:avLst>
              <a:gd name="adj" fmla="val 8000"/>
            </a:avLst>
          </a:prstGeom>
          <a:solidFill>
            <a:srgbClr val="0B1030"/>
          </a:solidFill>
          <a:ln w="12700">
            <a:solidFill>
              <a:srgbClr val="95A7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172200" y="5074920"/>
            <a:ext cx="2560320" cy="502920"/>
          </a:xfrm>
          <a:prstGeom prst="rect">
            <a:avLst/>
          </a:prstGeom>
          <a:noFill/>
        </p:spPr>
        <p:txBody>
          <a:bodyPr wrap="square" lIns="0" rIns="0" tIns="0" bIns="0" anchor="ctr">
            <a:spAutoFit/>
          </a:bodyPr>
          <a:lstStyle/>
          <a:p>
            <a:pPr algn="ctr"/>
            <a:r>
              <a:rPr sz="1300" b="1">
                <a:solidFill>
                  <a:srgbClr val="95A7FF"/>
                </a:solidFill>
                <a:latin typeface="JetBrains Mono"/>
              </a:rPr>
              <a:t>3  </a:t>
            </a:r>
            <a:r>
              <a:rPr sz="1300" b="0">
                <a:solidFill>
                  <a:srgbClr val="FFFFFF"/>
                </a:solidFill>
                <a:latin typeface="Work Sans"/>
              </a:rPr>
              <a:t>“Can’t prove it” is built in</a:t>
            </a:r>
          </a:p>
        </p:txBody>
      </p:sp>
      <p:sp>
        <p:nvSpPr>
          <p:cNvPr id="45" name="Rounded Rectangle 44"/>
          <p:cNvSpPr/>
          <p:nvPr/>
        </p:nvSpPr>
        <p:spPr>
          <a:xfrm>
            <a:off x="8869680" y="5074920"/>
            <a:ext cx="2560320" cy="502920"/>
          </a:xfrm>
          <a:prstGeom prst="roundRect">
            <a:avLst>
              <a:gd name="adj" fmla="val 8000"/>
            </a:avLst>
          </a:prstGeom>
          <a:solidFill>
            <a:srgbClr val="0B1030"/>
          </a:solidFill>
          <a:ln w="12700">
            <a:solidFill>
              <a:srgbClr val="95A7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869680" y="5074920"/>
            <a:ext cx="2560320" cy="502920"/>
          </a:xfrm>
          <a:prstGeom prst="rect">
            <a:avLst/>
          </a:prstGeom>
          <a:noFill/>
        </p:spPr>
        <p:txBody>
          <a:bodyPr wrap="square" lIns="0" rIns="0" tIns="0" bIns="0" anchor="ctr">
            <a:spAutoFit/>
          </a:bodyPr>
          <a:lstStyle/>
          <a:p>
            <a:pPr algn="ctr"/>
            <a:r>
              <a:rPr sz="1300" b="1">
                <a:solidFill>
                  <a:srgbClr val="95A7FF"/>
                </a:solidFill>
                <a:latin typeface="JetBrains Mono"/>
              </a:rPr>
              <a:t>4  </a:t>
            </a:r>
            <a:r>
              <a:rPr sz="1300" b="0">
                <a:solidFill>
                  <a:srgbClr val="FFFFFF"/>
                </a:solidFill>
                <a:latin typeface="Work Sans"/>
              </a:rPr>
              <a:t>Tests with traps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0" y="0"/>
            <a:ext cx="12192000" cy="6858000"/>
          </a:xfrm>
          <a:custGeom>
            <a:avLst/>
            <a:gdLst/>
            <a:ahLst/>
            <a:cxnLst/>
            <a:rect l="l" t="t" r="r" b="b"/>
            <a:pathLst>
              <a:path w="12192000" h="6858000">
                <a:moveTo>
                  <a:pt x="-49987" y="6858000"/>
                </a:moveTo>
                <a:lnTo>
                  <a:pt x="-51077" y="6760029"/>
                </a:lnTo>
                <a:lnTo>
                  <a:pt x="-54108" y="6662057"/>
                </a:lnTo>
                <a:lnTo>
                  <a:pt x="-58453" y="6564086"/>
                </a:lnTo>
                <a:lnTo>
                  <a:pt x="-63303" y="6466114"/>
                </a:lnTo>
                <a:lnTo>
                  <a:pt x="-67915" y="6368143"/>
                </a:lnTo>
                <a:lnTo>
                  <a:pt x="-71780" y="6270171"/>
                </a:lnTo>
                <a:lnTo>
                  <a:pt x="-74682" y="6172200"/>
                </a:lnTo>
                <a:lnTo>
                  <a:pt x="-76651" y="6074229"/>
                </a:lnTo>
                <a:lnTo>
                  <a:pt x="-77862" y="5976257"/>
                </a:lnTo>
                <a:lnTo>
                  <a:pt x="-78529" y="5878286"/>
                </a:lnTo>
                <a:lnTo>
                  <a:pt x="-78841" y="5780314"/>
                </a:lnTo>
                <a:lnTo>
                  <a:pt x="-78931" y="5682343"/>
                </a:lnTo>
                <a:lnTo>
                  <a:pt x="-78871" y="5584371"/>
                </a:lnTo>
                <a:lnTo>
                  <a:pt x="-78685" y="5486400"/>
                </a:lnTo>
                <a:lnTo>
                  <a:pt x="-78360" y="5388429"/>
                </a:lnTo>
                <a:lnTo>
                  <a:pt x="-77858" y="5290457"/>
                </a:lnTo>
                <a:lnTo>
                  <a:pt x="-77121" y="5192486"/>
                </a:lnTo>
                <a:lnTo>
                  <a:pt x="-76073" y="5094514"/>
                </a:lnTo>
                <a:lnTo>
                  <a:pt x="-74630" y="4996543"/>
                </a:lnTo>
                <a:lnTo>
                  <a:pt x="-72696" y="4898571"/>
                </a:lnTo>
                <a:lnTo>
                  <a:pt x="-70181" y="4800600"/>
                </a:lnTo>
                <a:lnTo>
                  <a:pt x="-66996" y="4702629"/>
                </a:lnTo>
                <a:lnTo>
                  <a:pt x="-63069" y="4604657"/>
                </a:lnTo>
                <a:lnTo>
                  <a:pt x="-58346" y="4506686"/>
                </a:lnTo>
                <a:lnTo>
                  <a:pt x="-52794" y="4408714"/>
                </a:lnTo>
                <a:lnTo>
                  <a:pt x="-46399" y="4310743"/>
                </a:lnTo>
                <a:lnTo>
                  <a:pt x="-39153" y="4212771"/>
                </a:lnTo>
                <a:lnTo>
                  <a:pt x="-31046" y="4114800"/>
                </a:lnTo>
                <a:lnTo>
                  <a:pt x="-22049" y="4016829"/>
                </a:lnTo>
                <a:lnTo>
                  <a:pt x="-12104" y="3918857"/>
                </a:lnTo>
                <a:lnTo>
                  <a:pt x="-1114" y="3820886"/>
                </a:lnTo>
                <a:lnTo>
                  <a:pt x="11051" y="3722914"/>
                </a:lnTo>
                <a:lnTo>
                  <a:pt x="24538" y="3624943"/>
                </a:lnTo>
                <a:lnTo>
                  <a:pt x="39486" y="3526971"/>
                </a:lnTo>
                <a:lnTo>
                  <a:pt x="55985" y="3429000"/>
                </a:lnTo>
                <a:lnTo>
                  <a:pt x="74036" y="3331029"/>
                </a:lnTo>
                <a:lnTo>
                  <a:pt x="93517" y="3233057"/>
                </a:lnTo>
                <a:lnTo>
                  <a:pt x="114148" y="3135086"/>
                </a:lnTo>
                <a:lnTo>
                  <a:pt x="135481" y="3037114"/>
                </a:lnTo>
                <a:lnTo>
                  <a:pt x="156912" y="2939143"/>
                </a:lnTo>
                <a:lnTo>
                  <a:pt x="177699" y="2841171"/>
                </a:lnTo>
                <a:lnTo>
                  <a:pt x="197018" y="2743200"/>
                </a:lnTo>
                <a:lnTo>
                  <a:pt x="214018" y="2645229"/>
                </a:lnTo>
                <a:lnTo>
                  <a:pt x="227892" y="2547257"/>
                </a:lnTo>
                <a:lnTo>
                  <a:pt x="237945" y="2449286"/>
                </a:lnTo>
                <a:lnTo>
                  <a:pt x="243653" y="2351314"/>
                </a:lnTo>
                <a:lnTo>
                  <a:pt x="244707" y="2253343"/>
                </a:lnTo>
                <a:lnTo>
                  <a:pt x="241047" y="2155371"/>
                </a:lnTo>
                <a:lnTo>
                  <a:pt x="232861" y="2057400"/>
                </a:lnTo>
                <a:lnTo>
                  <a:pt x="220576" y="1959429"/>
                </a:lnTo>
                <a:lnTo>
                  <a:pt x="204822" y="1861457"/>
                </a:lnTo>
                <a:lnTo>
                  <a:pt x="186382" y="1763486"/>
                </a:lnTo>
                <a:lnTo>
                  <a:pt x="166140" y="1665514"/>
                </a:lnTo>
                <a:lnTo>
                  <a:pt x="145015" y="1567543"/>
                </a:lnTo>
                <a:lnTo>
                  <a:pt x="123903" y="1469571"/>
                </a:lnTo>
                <a:lnTo>
                  <a:pt x="103626" y="1371600"/>
                </a:lnTo>
                <a:lnTo>
                  <a:pt x="84892" y="1273629"/>
                </a:lnTo>
                <a:lnTo>
                  <a:pt x="68264" y="1175657"/>
                </a:lnTo>
                <a:lnTo>
                  <a:pt x="54147" y="1077686"/>
                </a:lnTo>
                <a:lnTo>
                  <a:pt x="42785" y="979714"/>
                </a:lnTo>
                <a:lnTo>
                  <a:pt x="34270" y="881743"/>
                </a:lnTo>
                <a:lnTo>
                  <a:pt x="28560" y="783771"/>
                </a:lnTo>
                <a:lnTo>
                  <a:pt x="25498" y="685800"/>
                </a:lnTo>
                <a:lnTo>
                  <a:pt x="24840" y="587829"/>
                </a:lnTo>
                <a:lnTo>
                  <a:pt x="26275" y="489857"/>
                </a:lnTo>
                <a:lnTo>
                  <a:pt x="29454" y="391886"/>
                </a:lnTo>
                <a:lnTo>
                  <a:pt x="34003" y="293914"/>
                </a:lnTo>
                <a:lnTo>
                  <a:pt x="39545" y="195943"/>
                </a:lnTo>
                <a:lnTo>
                  <a:pt x="45708" y="97971"/>
                </a:lnTo>
                <a:lnTo>
                  <a:pt x="52143" y="0"/>
                </a:lnTo>
                <a:moveTo>
                  <a:pt x="-31797" y="6858000"/>
                </a:moveTo>
                <a:lnTo>
                  <a:pt x="-33564" y="6760029"/>
                </a:lnTo>
                <a:lnTo>
                  <a:pt x="-38480" y="6662057"/>
                </a:lnTo>
                <a:lnTo>
                  <a:pt x="-45525" y="6564086"/>
                </a:lnTo>
                <a:lnTo>
                  <a:pt x="-53391" y="6466114"/>
                </a:lnTo>
                <a:lnTo>
                  <a:pt x="-60870" y="6368143"/>
                </a:lnTo>
                <a:lnTo>
                  <a:pt x="-67137" y="6270171"/>
                </a:lnTo>
                <a:lnTo>
                  <a:pt x="-71844" y="6172200"/>
                </a:lnTo>
                <a:lnTo>
                  <a:pt x="-75038" y="6074229"/>
                </a:lnTo>
                <a:lnTo>
                  <a:pt x="-77003" y="5976257"/>
                </a:lnTo>
                <a:lnTo>
                  <a:pt x="-78086" y="5878286"/>
                </a:lnTo>
                <a:lnTo>
                  <a:pt x="-78596" y="5780314"/>
                </a:lnTo>
                <a:lnTo>
                  <a:pt x="-78748" y="5682343"/>
                </a:lnTo>
                <a:lnTo>
                  <a:pt x="-78660" y="5584371"/>
                </a:lnTo>
                <a:lnTo>
                  <a:pt x="-78375" y="5486400"/>
                </a:lnTo>
                <a:lnTo>
                  <a:pt x="-77875" y="5388429"/>
                </a:lnTo>
                <a:lnTo>
                  <a:pt x="-77105" y="5290457"/>
                </a:lnTo>
                <a:lnTo>
                  <a:pt x="-75977" y="5192486"/>
                </a:lnTo>
                <a:lnTo>
                  <a:pt x="-74384" y="5094514"/>
                </a:lnTo>
                <a:lnTo>
                  <a:pt x="-72204" y="4996543"/>
                </a:lnTo>
                <a:lnTo>
                  <a:pt x="-69310" y="4898571"/>
                </a:lnTo>
                <a:lnTo>
                  <a:pt x="-65586" y="4800600"/>
                </a:lnTo>
                <a:lnTo>
                  <a:pt x="-60936" y="4702629"/>
                </a:lnTo>
                <a:lnTo>
                  <a:pt x="-55299" y="4604657"/>
                </a:lnTo>
                <a:lnTo>
                  <a:pt x="-48663" y="4506686"/>
                </a:lnTo>
                <a:lnTo>
                  <a:pt x="-41064" y="4408714"/>
                </a:lnTo>
                <a:lnTo>
                  <a:pt x="-32585" y="4310743"/>
                </a:lnTo>
                <a:lnTo>
                  <a:pt x="-23340" y="4212771"/>
                </a:lnTo>
                <a:lnTo>
                  <a:pt x="-13450" y="4114800"/>
                </a:lnTo>
                <a:lnTo>
                  <a:pt x="-3016" y="4016829"/>
                </a:lnTo>
                <a:lnTo>
                  <a:pt x="7909" y="3918857"/>
                </a:lnTo>
                <a:lnTo>
                  <a:pt x="19343" y="3820886"/>
                </a:lnTo>
                <a:lnTo>
                  <a:pt x="31380" y="3722914"/>
                </a:lnTo>
                <a:lnTo>
                  <a:pt x="44179" y="3624943"/>
                </a:lnTo>
                <a:lnTo>
                  <a:pt x="57936" y="3526971"/>
                </a:lnTo>
                <a:lnTo>
                  <a:pt x="72841" y="3429000"/>
                </a:lnTo>
                <a:lnTo>
                  <a:pt x="89019" y="3331029"/>
                </a:lnTo>
                <a:lnTo>
                  <a:pt x="106481" y="3233057"/>
                </a:lnTo>
                <a:lnTo>
                  <a:pt x="125079" y="3135086"/>
                </a:lnTo>
                <a:lnTo>
                  <a:pt x="144483" y="3037114"/>
                </a:lnTo>
                <a:lnTo>
                  <a:pt x="164174" y="2939143"/>
                </a:lnTo>
                <a:lnTo>
                  <a:pt x="183478" y="2841171"/>
                </a:lnTo>
                <a:lnTo>
                  <a:pt x="201602" y="2743200"/>
                </a:lnTo>
                <a:lnTo>
                  <a:pt x="217710" y="2645229"/>
                </a:lnTo>
                <a:lnTo>
                  <a:pt x="230987" y="2547257"/>
                </a:lnTo>
                <a:lnTo>
                  <a:pt x="240725" y="2449286"/>
                </a:lnTo>
                <a:lnTo>
                  <a:pt x="246378" y="2351314"/>
                </a:lnTo>
                <a:lnTo>
                  <a:pt x="247622" y="2253343"/>
                </a:lnTo>
                <a:lnTo>
                  <a:pt x="244385" y="2155371"/>
                </a:lnTo>
                <a:lnTo>
                  <a:pt x="236849" y="2057400"/>
                </a:lnTo>
                <a:lnTo>
                  <a:pt x="225444" y="1959429"/>
                </a:lnTo>
                <a:lnTo>
                  <a:pt x="210810" y="1861457"/>
                </a:lnTo>
                <a:lnTo>
                  <a:pt x="193747" y="1763486"/>
                </a:lnTo>
                <a:lnTo>
                  <a:pt x="175159" y="1665514"/>
                </a:lnTo>
                <a:lnTo>
                  <a:pt x="155986" y="1567543"/>
                </a:lnTo>
                <a:lnTo>
                  <a:pt x="137148" y="1469571"/>
                </a:lnTo>
                <a:lnTo>
                  <a:pt x="119489" y="1371600"/>
                </a:lnTo>
                <a:lnTo>
                  <a:pt x="103734" y="1273629"/>
                </a:lnTo>
                <a:lnTo>
                  <a:pt x="90457" y="1175657"/>
                </a:lnTo>
                <a:lnTo>
                  <a:pt x="80069" y="1077686"/>
                </a:lnTo>
                <a:lnTo>
                  <a:pt x="72807" y="979714"/>
                </a:lnTo>
                <a:lnTo>
                  <a:pt x="68749" y="881743"/>
                </a:lnTo>
                <a:lnTo>
                  <a:pt x="67825" y="783771"/>
                </a:lnTo>
                <a:lnTo>
                  <a:pt x="69837" y="685800"/>
                </a:lnTo>
                <a:lnTo>
                  <a:pt x="74488" y="587829"/>
                </a:lnTo>
                <a:lnTo>
                  <a:pt x="81401" y="489857"/>
                </a:lnTo>
                <a:lnTo>
                  <a:pt x="90146" y="391886"/>
                </a:lnTo>
                <a:lnTo>
                  <a:pt x="100261" y="293914"/>
                </a:lnTo>
                <a:lnTo>
                  <a:pt x="111271" y="195943"/>
                </a:lnTo>
                <a:lnTo>
                  <a:pt x="122701" y="97971"/>
                </a:lnTo>
                <a:lnTo>
                  <a:pt x="134093" y="0"/>
                </a:lnTo>
                <a:moveTo>
                  <a:pt x="-8197" y="6858000"/>
                </a:moveTo>
                <a:lnTo>
                  <a:pt x="-10843" y="6760029"/>
                </a:lnTo>
                <a:lnTo>
                  <a:pt x="-18203" y="6662057"/>
                </a:lnTo>
                <a:lnTo>
                  <a:pt x="-28753" y="6564086"/>
                </a:lnTo>
                <a:lnTo>
                  <a:pt x="-40532" y="6466114"/>
                </a:lnTo>
                <a:lnTo>
                  <a:pt x="-51730" y="6368143"/>
                </a:lnTo>
                <a:lnTo>
                  <a:pt x="-61114" y="6270171"/>
                </a:lnTo>
                <a:lnTo>
                  <a:pt x="-68162" y="6172200"/>
                </a:lnTo>
                <a:lnTo>
                  <a:pt x="-72946" y="6074229"/>
                </a:lnTo>
                <a:lnTo>
                  <a:pt x="-75888" y="5976257"/>
                </a:lnTo>
                <a:lnTo>
                  <a:pt x="-77512" y="5878286"/>
                </a:lnTo>
                <a:lnTo>
                  <a:pt x="-78278" y="5780314"/>
                </a:lnTo>
                <a:lnTo>
                  <a:pt x="-78510" y="5682343"/>
                </a:lnTo>
                <a:lnTo>
                  <a:pt x="-78387" y="5584371"/>
                </a:lnTo>
                <a:lnTo>
                  <a:pt x="-77973" y="5486400"/>
                </a:lnTo>
                <a:lnTo>
                  <a:pt x="-77246" y="5388429"/>
                </a:lnTo>
                <a:lnTo>
                  <a:pt x="-76127" y="5290457"/>
                </a:lnTo>
                <a:lnTo>
                  <a:pt x="-74493" y="5192486"/>
                </a:lnTo>
                <a:lnTo>
                  <a:pt x="-72192" y="5094514"/>
                </a:lnTo>
                <a:lnTo>
                  <a:pt x="-69056" y="4996543"/>
                </a:lnTo>
                <a:lnTo>
                  <a:pt x="-64917" y="4898571"/>
                </a:lnTo>
                <a:lnTo>
                  <a:pt x="-59625" y="4800600"/>
                </a:lnTo>
                <a:lnTo>
                  <a:pt x="-53073" y="4702629"/>
                </a:lnTo>
                <a:lnTo>
                  <a:pt x="-45219" y="4604657"/>
                </a:lnTo>
                <a:lnTo>
                  <a:pt x="-36100" y="4506686"/>
                </a:lnTo>
                <a:lnTo>
                  <a:pt x="-25845" y="4408714"/>
                </a:lnTo>
                <a:lnTo>
                  <a:pt x="-14662" y="4310743"/>
                </a:lnTo>
                <a:lnTo>
                  <a:pt x="-2823" y="4212771"/>
                </a:lnTo>
                <a:lnTo>
                  <a:pt x="9380" y="4114800"/>
                </a:lnTo>
                <a:lnTo>
                  <a:pt x="21678" y="4016829"/>
                </a:lnTo>
                <a:lnTo>
                  <a:pt x="33875" y="3918857"/>
                </a:lnTo>
                <a:lnTo>
                  <a:pt x="45886" y="3820886"/>
                </a:lnTo>
                <a:lnTo>
                  <a:pt x="57757" y="3722914"/>
                </a:lnTo>
                <a:lnTo>
                  <a:pt x="69664" y="3624943"/>
                </a:lnTo>
                <a:lnTo>
                  <a:pt x="81880" y="3526971"/>
                </a:lnTo>
                <a:lnTo>
                  <a:pt x="94719" y="3429000"/>
                </a:lnTo>
                <a:lnTo>
                  <a:pt x="108469" y="3331029"/>
                </a:lnTo>
                <a:lnTo>
                  <a:pt x="123317" y="3233057"/>
                </a:lnTo>
                <a:lnTo>
                  <a:pt x="139284" y="3135086"/>
                </a:lnTo>
                <a:lnTo>
                  <a:pt x="156191" y="3037114"/>
                </a:lnTo>
                <a:lnTo>
                  <a:pt x="173638" y="2939143"/>
                </a:lnTo>
                <a:lnTo>
                  <a:pt x="191029" y="2841171"/>
                </a:lnTo>
                <a:lnTo>
                  <a:pt x="207621" y="2743200"/>
                </a:lnTo>
                <a:lnTo>
                  <a:pt x="222591" y="2645229"/>
                </a:lnTo>
                <a:lnTo>
                  <a:pt x="235121" y="2547257"/>
                </a:lnTo>
                <a:lnTo>
                  <a:pt x="244480" y="2449286"/>
                </a:lnTo>
                <a:lnTo>
                  <a:pt x="250101" y="2351314"/>
                </a:lnTo>
                <a:lnTo>
                  <a:pt x="251640" y="2253343"/>
                </a:lnTo>
                <a:lnTo>
                  <a:pt x="249007" y="2155371"/>
                </a:lnTo>
                <a:lnTo>
                  <a:pt x="242381" y="2057400"/>
                </a:lnTo>
                <a:lnTo>
                  <a:pt x="232195" y="1959429"/>
                </a:lnTo>
                <a:lnTo>
                  <a:pt x="219103" y="1861457"/>
                </a:lnTo>
                <a:lnTo>
                  <a:pt x="203926" y="1763486"/>
                </a:lnTo>
                <a:lnTo>
                  <a:pt x="187594" y="1665514"/>
                </a:lnTo>
                <a:lnTo>
                  <a:pt x="171077" y="1567543"/>
                </a:lnTo>
                <a:lnTo>
                  <a:pt x="155323" y="1469571"/>
                </a:lnTo>
                <a:lnTo>
                  <a:pt x="141203" y="1371600"/>
                </a:lnTo>
                <a:lnTo>
                  <a:pt x="129460" y="1273629"/>
                </a:lnTo>
                <a:lnTo>
                  <a:pt x="120683" y="1175657"/>
                </a:lnTo>
                <a:lnTo>
                  <a:pt x="115284" y="1077686"/>
                </a:lnTo>
                <a:lnTo>
                  <a:pt x="113490" y="979714"/>
                </a:lnTo>
                <a:lnTo>
                  <a:pt x="115354" y="881743"/>
                </a:lnTo>
                <a:lnTo>
                  <a:pt x="120764" y="783771"/>
                </a:lnTo>
                <a:lnTo>
                  <a:pt x="129466" y="685800"/>
                </a:lnTo>
                <a:lnTo>
                  <a:pt x="141086" y="587829"/>
                </a:lnTo>
                <a:lnTo>
                  <a:pt x="155156" y="489857"/>
                </a:lnTo>
                <a:lnTo>
                  <a:pt x="171141" y="391886"/>
                </a:lnTo>
                <a:lnTo>
                  <a:pt x="188458" y="293914"/>
                </a:lnTo>
                <a:lnTo>
                  <a:pt x="206502" y="195943"/>
                </a:lnTo>
                <a:lnTo>
                  <a:pt x="224661" y="97971"/>
                </a:lnTo>
                <a:lnTo>
                  <a:pt x="242340" y="0"/>
                </a:lnTo>
                <a:moveTo>
                  <a:pt x="17993" y="6858000"/>
                </a:moveTo>
                <a:lnTo>
                  <a:pt x="14372" y="6760029"/>
                </a:lnTo>
                <a:lnTo>
                  <a:pt x="4298" y="6662057"/>
                </a:lnTo>
                <a:lnTo>
                  <a:pt x="-10140" y="6564086"/>
                </a:lnTo>
                <a:lnTo>
                  <a:pt x="-26260" y="6466114"/>
                </a:lnTo>
                <a:lnTo>
                  <a:pt x="-41587" y="6368143"/>
                </a:lnTo>
                <a:lnTo>
                  <a:pt x="-54430" y="6270171"/>
                </a:lnTo>
                <a:lnTo>
                  <a:pt x="-64076" y="6172200"/>
                </a:lnTo>
                <a:lnTo>
                  <a:pt x="-70623" y="6074229"/>
                </a:lnTo>
                <a:lnTo>
                  <a:pt x="-74650" y="5976257"/>
                </a:lnTo>
                <a:lnTo>
                  <a:pt x="-76874" y="5878286"/>
                </a:lnTo>
                <a:lnTo>
                  <a:pt x="-77926" y="5780314"/>
                </a:lnTo>
                <a:lnTo>
                  <a:pt x="-78246" y="5682343"/>
                </a:lnTo>
                <a:lnTo>
                  <a:pt x="-78084" y="5584371"/>
                </a:lnTo>
                <a:lnTo>
                  <a:pt x="-77527" y="5486400"/>
                </a:lnTo>
                <a:lnTo>
                  <a:pt x="-76548" y="5388429"/>
                </a:lnTo>
                <a:lnTo>
                  <a:pt x="-75042" y="5290457"/>
                </a:lnTo>
                <a:lnTo>
                  <a:pt x="-72846" y="5192486"/>
                </a:lnTo>
                <a:lnTo>
                  <a:pt x="-69760" y="5094514"/>
                </a:lnTo>
                <a:lnTo>
                  <a:pt x="-65564" y="4996543"/>
                </a:lnTo>
                <a:lnTo>
                  <a:pt x="-60042" y="4898571"/>
                </a:lnTo>
                <a:lnTo>
                  <a:pt x="-53010" y="4800600"/>
                </a:lnTo>
                <a:lnTo>
                  <a:pt x="-44348" y="4702629"/>
                </a:lnTo>
                <a:lnTo>
                  <a:pt x="-34032" y="4604657"/>
                </a:lnTo>
                <a:lnTo>
                  <a:pt x="-22158" y="4506686"/>
                </a:lnTo>
                <a:lnTo>
                  <a:pt x="-8954" y="4408714"/>
                </a:lnTo>
                <a:lnTo>
                  <a:pt x="5228" y="4310743"/>
                </a:lnTo>
                <a:lnTo>
                  <a:pt x="19945" y="4212771"/>
                </a:lnTo>
                <a:lnTo>
                  <a:pt x="34716" y="4114800"/>
                </a:lnTo>
                <a:lnTo>
                  <a:pt x="49084" y="4016829"/>
                </a:lnTo>
                <a:lnTo>
                  <a:pt x="62694" y="3918857"/>
                </a:lnTo>
                <a:lnTo>
                  <a:pt x="75345" y="3820886"/>
                </a:lnTo>
                <a:lnTo>
                  <a:pt x="87034" y="3722914"/>
                </a:lnTo>
                <a:lnTo>
                  <a:pt x="97953" y="3624943"/>
                </a:lnTo>
                <a:lnTo>
                  <a:pt x="108460" y="3526971"/>
                </a:lnTo>
                <a:lnTo>
                  <a:pt x="119011" y="3429000"/>
                </a:lnTo>
                <a:lnTo>
                  <a:pt x="130072" y="3331029"/>
                </a:lnTo>
                <a:lnTo>
                  <a:pt x="142024" y="3233057"/>
                </a:lnTo>
                <a:lnTo>
                  <a:pt x="155081" y="3135086"/>
                </a:lnTo>
                <a:lnTo>
                  <a:pt x="169228" y="3037114"/>
                </a:lnTo>
                <a:lnTo>
                  <a:pt x="184197" y="2939143"/>
                </a:lnTo>
                <a:lnTo>
                  <a:pt x="199486" y="2841171"/>
                </a:lnTo>
                <a:lnTo>
                  <a:pt x="214401" y="2743200"/>
                </a:lnTo>
                <a:lnTo>
                  <a:pt x="228138" y="2645229"/>
                </a:lnTo>
                <a:lnTo>
                  <a:pt x="239874" y="2547257"/>
                </a:lnTo>
                <a:lnTo>
                  <a:pt x="248859" y="2449286"/>
                </a:lnTo>
                <a:lnTo>
                  <a:pt x="254502" y="2351314"/>
                </a:lnTo>
                <a:lnTo>
                  <a:pt x="256433" y="2253343"/>
                </a:lnTo>
                <a:lnTo>
                  <a:pt x="254549" y="2155371"/>
                </a:lnTo>
                <a:lnTo>
                  <a:pt x="249025" y="2057400"/>
                </a:lnTo>
                <a:lnTo>
                  <a:pt x="240299" y="1959429"/>
                </a:lnTo>
                <a:lnTo>
                  <a:pt x="229041" y="1861457"/>
                </a:lnTo>
                <a:lnTo>
                  <a:pt x="216096" y="1763486"/>
                </a:lnTo>
                <a:lnTo>
                  <a:pt x="202422" y="1665514"/>
                </a:lnTo>
                <a:lnTo>
                  <a:pt x="189021" y="1567543"/>
                </a:lnTo>
                <a:lnTo>
                  <a:pt x="176872" y="1469571"/>
                </a:lnTo>
                <a:lnTo>
                  <a:pt x="166871" y="1371600"/>
                </a:lnTo>
                <a:lnTo>
                  <a:pt x="159782" y="1273629"/>
                </a:lnTo>
                <a:lnTo>
                  <a:pt x="156204" y="1175657"/>
                </a:lnTo>
                <a:lnTo>
                  <a:pt x="156545" y="1077686"/>
                </a:lnTo>
                <a:lnTo>
                  <a:pt x="161016" y="979714"/>
                </a:lnTo>
                <a:lnTo>
                  <a:pt x="169636" y="881743"/>
                </a:lnTo>
                <a:lnTo>
                  <a:pt x="182239" y="783771"/>
                </a:lnTo>
                <a:lnTo>
                  <a:pt x="198500" y="685800"/>
                </a:lnTo>
                <a:lnTo>
                  <a:pt x="217956" y="587829"/>
                </a:lnTo>
                <a:lnTo>
                  <a:pt x="240031" y="489857"/>
                </a:lnTo>
                <a:lnTo>
                  <a:pt x="264063" y="391886"/>
                </a:lnTo>
                <a:lnTo>
                  <a:pt x="289333" y="293914"/>
                </a:lnTo>
                <a:lnTo>
                  <a:pt x="315088" y="195943"/>
                </a:lnTo>
                <a:lnTo>
                  <a:pt x="340562" y="97971"/>
                </a:lnTo>
                <a:lnTo>
                  <a:pt x="365006" y="0"/>
                </a:lnTo>
                <a:moveTo>
                  <a:pt x="46021" y="6858000"/>
                </a:moveTo>
                <a:lnTo>
                  <a:pt x="41356" y="6760029"/>
                </a:lnTo>
                <a:lnTo>
                  <a:pt x="28379" y="6662057"/>
                </a:lnTo>
                <a:lnTo>
                  <a:pt x="9779" y="6564086"/>
                </a:lnTo>
                <a:lnTo>
                  <a:pt x="-10987" y="6466114"/>
                </a:lnTo>
                <a:lnTo>
                  <a:pt x="-30732" y="6368143"/>
                </a:lnTo>
                <a:lnTo>
                  <a:pt x="-47277" y="6270171"/>
                </a:lnTo>
                <a:lnTo>
                  <a:pt x="-59703" y="6172200"/>
                </a:lnTo>
                <a:lnTo>
                  <a:pt x="-68138" y="6074229"/>
                </a:lnTo>
                <a:lnTo>
                  <a:pt x="-73326" y="5976257"/>
                </a:lnTo>
                <a:lnTo>
                  <a:pt x="-76192" y="5878286"/>
                </a:lnTo>
                <a:lnTo>
                  <a:pt x="-77548" y="5780314"/>
                </a:lnTo>
                <a:lnTo>
                  <a:pt x="-77964" y="5682343"/>
                </a:lnTo>
                <a:lnTo>
                  <a:pt x="-77759" y="5584371"/>
                </a:lnTo>
                <a:lnTo>
                  <a:pt x="-77049" y="5486400"/>
                </a:lnTo>
                <a:lnTo>
                  <a:pt x="-75801" y="5388429"/>
                </a:lnTo>
                <a:lnTo>
                  <a:pt x="-73881" y="5290457"/>
                </a:lnTo>
                <a:lnTo>
                  <a:pt x="-71084" y="5192486"/>
                </a:lnTo>
                <a:lnTo>
                  <a:pt x="-67157" y="5094514"/>
                </a:lnTo>
                <a:lnTo>
                  <a:pt x="-61826" y="4996543"/>
                </a:lnTo>
                <a:lnTo>
                  <a:pt x="-54824" y="4898571"/>
                </a:lnTo>
                <a:lnTo>
                  <a:pt x="-45930" y="4800600"/>
                </a:lnTo>
                <a:lnTo>
                  <a:pt x="-35010" y="4702629"/>
                </a:lnTo>
                <a:lnTo>
                  <a:pt x="-22060" y="4604657"/>
                </a:lnTo>
                <a:lnTo>
                  <a:pt x="-7237" y="4506686"/>
                </a:lnTo>
                <a:lnTo>
                  <a:pt x="9121" y="4408714"/>
                </a:lnTo>
                <a:lnTo>
                  <a:pt x="26514" y="4310743"/>
                </a:lnTo>
                <a:lnTo>
                  <a:pt x="44313" y="4212771"/>
                </a:lnTo>
                <a:lnTo>
                  <a:pt x="61831" y="4114800"/>
                </a:lnTo>
                <a:lnTo>
                  <a:pt x="78416" y="4016829"/>
                </a:lnTo>
                <a:lnTo>
                  <a:pt x="93538" y="3918857"/>
                </a:lnTo>
                <a:lnTo>
                  <a:pt x="106876" y="3820886"/>
                </a:lnTo>
                <a:lnTo>
                  <a:pt x="118371" y="3722914"/>
                </a:lnTo>
                <a:lnTo>
                  <a:pt x="128236" y="3624943"/>
                </a:lnTo>
                <a:lnTo>
                  <a:pt x="136917" y="3526971"/>
                </a:lnTo>
                <a:lnTo>
                  <a:pt x="145024" y="3429000"/>
                </a:lnTo>
                <a:lnTo>
                  <a:pt x="153212" y="3331029"/>
                </a:lnTo>
                <a:lnTo>
                  <a:pt x="162074" y="3233057"/>
                </a:lnTo>
                <a:lnTo>
                  <a:pt x="172026" y="3135086"/>
                </a:lnTo>
                <a:lnTo>
                  <a:pt x="183232" y="3037114"/>
                </a:lnTo>
                <a:lnTo>
                  <a:pt x="195568" y="2939143"/>
                </a:lnTo>
                <a:lnTo>
                  <a:pt x="208628" y="2841171"/>
                </a:lnTo>
                <a:lnTo>
                  <a:pt x="221776" y="2743200"/>
                </a:lnTo>
                <a:lnTo>
                  <a:pt x="234229" y="2645229"/>
                </a:lnTo>
                <a:lnTo>
                  <a:pt x="245160" y="2547257"/>
                </a:lnTo>
                <a:lnTo>
                  <a:pt x="253798" y="2449286"/>
                </a:lnTo>
                <a:lnTo>
                  <a:pt x="259526" y="2351314"/>
                </a:lnTo>
                <a:lnTo>
                  <a:pt x="261955" y="2253343"/>
                </a:lnTo>
                <a:lnTo>
                  <a:pt x="260964" y="2155371"/>
                </a:lnTo>
                <a:lnTo>
                  <a:pt x="256726" y="2057400"/>
                </a:lnTo>
                <a:lnTo>
                  <a:pt x="249686" y="1959429"/>
                </a:lnTo>
                <a:lnTo>
                  <a:pt x="240531" y="1861457"/>
                </a:lnTo>
                <a:lnTo>
                  <a:pt x="230132" y="1763486"/>
                </a:lnTo>
                <a:lnTo>
                  <a:pt x="219478" y="1665514"/>
                </a:lnTo>
                <a:lnTo>
                  <a:pt x="209603" y="1567543"/>
                </a:lnTo>
                <a:lnTo>
                  <a:pt x="201517" y="1469571"/>
                </a:lnTo>
                <a:lnTo>
                  <a:pt x="196141" y="1371600"/>
                </a:lnTo>
                <a:lnTo>
                  <a:pt x="194258" y="1273629"/>
                </a:lnTo>
                <a:lnTo>
                  <a:pt x="196470" y="1175657"/>
                </a:lnTo>
                <a:lnTo>
                  <a:pt x="203178" y="1077686"/>
                </a:lnTo>
                <a:lnTo>
                  <a:pt x="214568" y="979714"/>
                </a:lnTo>
                <a:lnTo>
                  <a:pt x="230614" y="881743"/>
                </a:lnTo>
                <a:lnTo>
                  <a:pt x="251087" y="783771"/>
                </a:lnTo>
                <a:lnTo>
                  <a:pt x="275579" y="685800"/>
                </a:lnTo>
                <a:lnTo>
                  <a:pt x="303520" y="587829"/>
                </a:lnTo>
                <a:lnTo>
                  <a:pt x="334212" y="489857"/>
                </a:lnTo>
                <a:lnTo>
                  <a:pt x="366855" y="391886"/>
                </a:lnTo>
                <a:lnTo>
                  <a:pt x="400575" y="293914"/>
                </a:lnTo>
                <a:lnTo>
                  <a:pt x="434457" y="195943"/>
                </a:lnTo>
                <a:lnTo>
                  <a:pt x="467572" y="97971"/>
                </a:lnTo>
                <a:lnTo>
                  <a:pt x="499003" y="0"/>
                </a:lnTo>
                <a:moveTo>
                  <a:pt x="75500" y="6858000"/>
                </a:moveTo>
                <a:lnTo>
                  <a:pt x="69738" y="6760029"/>
                </a:lnTo>
                <a:lnTo>
                  <a:pt x="53706" y="6662057"/>
                </a:lnTo>
                <a:lnTo>
                  <a:pt x="30729" y="6564086"/>
                </a:lnTo>
                <a:lnTo>
                  <a:pt x="5076" y="6466114"/>
                </a:lnTo>
                <a:lnTo>
                  <a:pt x="-19314" y="6368143"/>
                </a:lnTo>
                <a:lnTo>
                  <a:pt x="-39753" y="6270171"/>
                </a:lnTo>
                <a:lnTo>
                  <a:pt x="-55104" y="6172200"/>
                </a:lnTo>
                <a:lnTo>
                  <a:pt x="-65524" y="6074229"/>
                </a:lnTo>
                <a:lnTo>
                  <a:pt x="-71934" y="5976257"/>
                </a:lnTo>
                <a:lnTo>
                  <a:pt x="-75475" y="5878286"/>
                </a:lnTo>
                <a:lnTo>
                  <a:pt x="-77151" y="5780314"/>
                </a:lnTo>
                <a:lnTo>
                  <a:pt x="-77667" y="5682343"/>
                </a:lnTo>
                <a:lnTo>
                  <a:pt x="-77418" y="5584371"/>
                </a:lnTo>
                <a:lnTo>
                  <a:pt x="-76547" y="5486400"/>
                </a:lnTo>
                <a:lnTo>
                  <a:pt x="-75016" y="5388429"/>
                </a:lnTo>
                <a:lnTo>
                  <a:pt x="-72660" y="5290457"/>
                </a:lnTo>
                <a:lnTo>
                  <a:pt x="-69230" y="5192486"/>
                </a:lnTo>
                <a:lnTo>
                  <a:pt x="-64419" y="5094514"/>
                </a:lnTo>
                <a:lnTo>
                  <a:pt x="-57894" y="4996543"/>
                </a:lnTo>
                <a:lnTo>
                  <a:pt x="-49336" y="4898571"/>
                </a:lnTo>
                <a:lnTo>
                  <a:pt x="-38484" y="4800600"/>
                </a:lnTo>
                <a:lnTo>
                  <a:pt x="-25189" y="4702629"/>
                </a:lnTo>
                <a:lnTo>
                  <a:pt x="-9468" y="4604657"/>
                </a:lnTo>
                <a:lnTo>
                  <a:pt x="8456" y="4506686"/>
                </a:lnTo>
                <a:lnTo>
                  <a:pt x="28134" y="4408714"/>
                </a:lnTo>
                <a:lnTo>
                  <a:pt x="48904" y="4310743"/>
                </a:lnTo>
                <a:lnTo>
                  <a:pt x="69943" y="4212771"/>
                </a:lnTo>
                <a:lnTo>
                  <a:pt x="90352" y="4114800"/>
                </a:lnTo>
                <a:lnTo>
                  <a:pt x="109268" y="4016829"/>
                </a:lnTo>
                <a:lnTo>
                  <a:pt x="125982" y="3918857"/>
                </a:lnTo>
                <a:lnTo>
                  <a:pt x="140044" y="3820886"/>
                </a:lnTo>
                <a:lnTo>
                  <a:pt x="151338" y="3722914"/>
                </a:lnTo>
                <a:lnTo>
                  <a:pt x="160095" y="3624943"/>
                </a:lnTo>
                <a:lnTo>
                  <a:pt x="166861" y="3526971"/>
                </a:lnTo>
                <a:lnTo>
                  <a:pt x="172401" y="3429000"/>
                </a:lnTo>
                <a:lnTo>
                  <a:pt x="177575" y="3331029"/>
                </a:lnTo>
                <a:lnTo>
                  <a:pt x="183195" y="3233057"/>
                </a:lnTo>
                <a:lnTo>
                  <a:pt x="189893" y="3135086"/>
                </a:lnTo>
                <a:lnTo>
                  <a:pt x="198023" y="3037114"/>
                </a:lnTo>
                <a:lnTo>
                  <a:pt x="207609" y="2939143"/>
                </a:lnTo>
                <a:lnTo>
                  <a:pt x="218350" y="2841171"/>
                </a:lnTo>
                <a:lnTo>
                  <a:pt x="229671" y="2743200"/>
                </a:lnTo>
                <a:lnTo>
                  <a:pt x="240814" y="2645229"/>
                </a:lnTo>
                <a:lnTo>
                  <a:pt x="250947" y="2547257"/>
                </a:lnTo>
                <a:lnTo>
                  <a:pt x="259280" y="2449286"/>
                </a:lnTo>
                <a:lnTo>
                  <a:pt x="265172" y="2351314"/>
                </a:lnTo>
                <a:lnTo>
                  <a:pt x="268210" y="2253343"/>
                </a:lnTo>
                <a:lnTo>
                  <a:pt x="268261" y="2155371"/>
                </a:lnTo>
                <a:lnTo>
                  <a:pt x="265495" y="2057400"/>
                </a:lnTo>
                <a:lnTo>
                  <a:pt x="260365" y="1959429"/>
                </a:lnTo>
                <a:lnTo>
                  <a:pt x="253578" y="1861457"/>
                </a:lnTo>
                <a:lnTo>
                  <a:pt x="246031" y="1763486"/>
                </a:lnTo>
                <a:lnTo>
                  <a:pt x="238746" y="1665514"/>
                </a:lnTo>
                <a:lnTo>
                  <a:pt x="232788" y="1567543"/>
                </a:lnTo>
                <a:lnTo>
                  <a:pt x="229198" y="1469571"/>
                </a:lnTo>
                <a:lnTo>
                  <a:pt x="228921" y="1371600"/>
                </a:lnTo>
                <a:lnTo>
                  <a:pt x="232752" y="1273629"/>
                </a:lnTo>
                <a:lnTo>
                  <a:pt x="241296" y="1175657"/>
                </a:lnTo>
                <a:lnTo>
                  <a:pt x="254937" y="1077686"/>
                </a:lnTo>
                <a:lnTo>
                  <a:pt x="273828" y="979714"/>
                </a:lnTo>
                <a:lnTo>
                  <a:pt x="297888" y="881743"/>
                </a:lnTo>
                <a:lnTo>
                  <a:pt x="326813" y="783771"/>
                </a:lnTo>
                <a:lnTo>
                  <a:pt x="360098" y="685800"/>
                </a:lnTo>
                <a:lnTo>
                  <a:pt x="397055" y="587829"/>
                </a:lnTo>
                <a:lnTo>
                  <a:pt x="436849" y="489857"/>
                </a:lnTo>
                <a:lnTo>
                  <a:pt x="478527" y="391886"/>
                </a:lnTo>
                <a:lnTo>
                  <a:pt x="521049" y="293914"/>
                </a:lnTo>
                <a:lnTo>
                  <a:pt x="563327" y="195943"/>
                </a:lnTo>
                <a:lnTo>
                  <a:pt x="604255" y="97971"/>
                </a:lnTo>
                <a:lnTo>
                  <a:pt x="642747" y="0"/>
                </a:lnTo>
                <a:moveTo>
                  <a:pt x="106190" y="6858000"/>
                </a:moveTo>
                <a:lnTo>
                  <a:pt x="99284" y="6760029"/>
                </a:lnTo>
                <a:lnTo>
                  <a:pt x="80074" y="6662057"/>
                </a:lnTo>
                <a:lnTo>
                  <a:pt x="52540" y="6564086"/>
                </a:lnTo>
                <a:lnTo>
                  <a:pt x="21799" y="6466114"/>
                </a:lnTo>
                <a:lnTo>
                  <a:pt x="-7428" y="6368143"/>
                </a:lnTo>
                <a:lnTo>
                  <a:pt x="-31921" y="6270171"/>
                </a:lnTo>
                <a:lnTo>
                  <a:pt x="-50316" y="6172200"/>
                </a:lnTo>
                <a:lnTo>
                  <a:pt x="-62803" y="6074229"/>
                </a:lnTo>
                <a:lnTo>
                  <a:pt x="-70484" y="5976257"/>
                </a:lnTo>
                <a:lnTo>
                  <a:pt x="-74728" y="5878286"/>
                </a:lnTo>
                <a:lnTo>
                  <a:pt x="-76738" y="5780314"/>
                </a:lnTo>
                <a:lnTo>
                  <a:pt x="-77358" y="5682343"/>
                </a:lnTo>
                <a:lnTo>
                  <a:pt x="-77062" y="5584371"/>
                </a:lnTo>
                <a:lnTo>
                  <a:pt x="-76024" y="5486400"/>
                </a:lnTo>
                <a:lnTo>
                  <a:pt x="-74198" y="5388429"/>
                </a:lnTo>
                <a:lnTo>
                  <a:pt x="-71389" y="5290457"/>
                </a:lnTo>
                <a:lnTo>
                  <a:pt x="-67300" y="5192486"/>
                </a:lnTo>
                <a:lnTo>
                  <a:pt x="-61569" y="5094514"/>
                </a:lnTo>
                <a:lnTo>
                  <a:pt x="-53802" y="4996543"/>
                </a:lnTo>
                <a:lnTo>
                  <a:pt x="-43623" y="4898571"/>
                </a:lnTo>
                <a:lnTo>
                  <a:pt x="-30732" y="4800600"/>
                </a:lnTo>
                <a:lnTo>
                  <a:pt x="-14964" y="4702629"/>
                </a:lnTo>
                <a:lnTo>
                  <a:pt x="3642" y="4604657"/>
                </a:lnTo>
                <a:lnTo>
                  <a:pt x="24794" y="4506686"/>
                </a:lnTo>
                <a:lnTo>
                  <a:pt x="47927" y="4408714"/>
                </a:lnTo>
                <a:lnTo>
                  <a:pt x="72213" y="4310743"/>
                </a:lnTo>
                <a:lnTo>
                  <a:pt x="96627" y="4212771"/>
                </a:lnTo>
                <a:lnTo>
                  <a:pt x="120046" y="4114800"/>
                </a:lnTo>
                <a:lnTo>
                  <a:pt x="141390" y="4016829"/>
                </a:lnTo>
                <a:lnTo>
                  <a:pt x="159761" y="3918857"/>
                </a:lnTo>
                <a:lnTo>
                  <a:pt x="174579" y="3820886"/>
                </a:lnTo>
                <a:lnTo>
                  <a:pt x="185666" y="3722914"/>
                </a:lnTo>
                <a:lnTo>
                  <a:pt x="193274" y="3624943"/>
                </a:lnTo>
                <a:lnTo>
                  <a:pt x="198049" y="3526971"/>
                </a:lnTo>
                <a:lnTo>
                  <a:pt x="200923" y="3429000"/>
                </a:lnTo>
                <a:lnTo>
                  <a:pt x="202967" y="3331029"/>
                </a:lnTo>
                <a:lnTo>
                  <a:pt x="205223" y="3233057"/>
                </a:lnTo>
                <a:lnTo>
                  <a:pt x="208547" y="3135086"/>
                </a:lnTo>
                <a:lnTo>
                  <a:pt x="213491" y="3037114"/>
                </a:lnTo>
                <a:lnTo>
                  <a:pt x="220236" y="2939143"/>
                </a:lnTo>
                <a:lnTo>
                  <a:pt x="228592" y="2841171"/>
                </a:lnTo>
                <a:lnTo>
                  <a:pt x="238048" y="2743200"/>
                </a:lnTo>
                <a:lnTo>
                  <a:pt x="247871" y="2645229"/>
                </a:lnTo>
                <a:lnTo>
                  <a:pt x="257228" y="2547257"/>
                </a:lnTo>
                <a:lnTo>
                  <a:pt x="265310" y="2449286"/>
                </a:lnTo>
                <a:lnTo>
                  <a:pt x="271453" y="2351314"/>
                </a:lnTo>
                <a:lnTo>
                  <a:pt x="275221" y="2253343"/>
                </a:lnTo>
                <a:lnTo>
                  <a:pt x="276471" y="2155371"/>
                </a:lnTo>
                <a:lnTo>
                  <a:pt x="275367" y="2057400"/>
                </a:lnTo>
                <a:lnTo>
                  <a:pt x="272375" y="1959429"/>
                </a:lnTo>
                <a:lnTo>
                  <a:pt x="268222" y="1861457"/>
                </a:lnTo>
                <a:lnTo>
                  <a:pt x="263834" y="1763486"/>
                </a:lnTo>
                <a:lnTo>
                  <a:pt x="260263" y="1665514"/>
                </a:lnTo>
                <a:lnTo>
                  <a:pt x="258608" y="1567543"/>
                </a:lnTo>
                <a:lnTo>
                  <a:pt x="259937" y="1469571"/>
                </a:lnTo>
                <a:lnTo>
                  <a:pt x="265216" y="1371600"/>
                </a:lnTo>
                <a:lnTo>
                  <a:pt x="275251" y="1273629"/>
                </a:lnTo>
                <a:lnTo>
                  <a:pt x="290639" y="1175657"/>
                </a:lnTo>
                <a:lnTo>
                  <a:pt x="311743" y="1077686"/>
                </a:lnTo>
                <a:lnTo>
                  <a:pt x="338671" y="979714"/>
                </a:lnTo>
                <a:lnTo>
                  <a:pt x="371279" y="881743"/>
                </a:lnTo>
                <a:lnTo>
                  <a:pt x="409175" y="783771"/>
                </a:lnTo>
                <a:lnTo>
                  <a:pt x="451744" y="685800"/>
                </a:lnTo>
                <a:lnTo>
                  <a:pt x="498167" y="587829"/>
                </a:lnTo>
                <a:lnTo>
                  <a:pt x="547458" y="489857"/>
                </a:lnTo>
                <a:lnTo>
                  <a:pt x="598499" y="391886"/>
                </a:lnTo>
                <a:lnTo>
                  <a:pt x="650072" y="293914"/>
                </a:lnTo>
                <a:lnTo>
                  <a:pt x="700907" y="195943"/>
                </a:lnTo>
                <a:lnTo>
                  <a:pt x="749715" y="97971"/>
                </a:lnTo>
                <a:lnTo>
                  <a:pt x="795231" y="0"/>
                </a:lnTo>
                <a:moveTo>
                  <a:pt x="137924" y="6858000"/>
                </a:moveTo>
                <a:lnTo>
                  <a:pt x="129837" y="6760029"/>
                </a:lnTo>
                <a:lnTo>
                  <a:pt x="107339" y="6662057"/>
                </a:lnTo>
                <a:lnTo>
                  <a:pt x="75093" y="6564086"/>
                </a:lnTo>
                <a:lnTo>
                  <a:pt x="39092" y="6466114"/>
                </a:lnTo>
                <a:lnTo>
                  <a:pt x="4862" y="6368143"/>
                </a:lnTo>
                <a:lnTo>
                  <a:pt x="-23822" y="6270171"/>
                </a:lnTo>
                <a:lnTo>
                  <a:pt x="-45364" y="6172200"/>
                </a:lnTo>
                <a:lnTo>
                  <a:pt x="-59989" y="6074229"/>
                </a:lnTo>
                <a:lnTo>
                  <a:pt x="-68985" y="5976257"/>
                </a:lnTo>
                <a:lnTo>
                  <a:pt x="-73956" y="5878286"/>
                </a:lnTo>
                <a:lnTo>
                  <a:pt x="-76310" y="5780314"/>
                </a:lnTo>
                <a:lnTo>
                  <a:pt x="-77038" y="5682343"/>
                </a:lnTo>
                <a:lnTo>
                  <a:pt x="-76695" y="5584371"/>
                </a:lnTo>
                <a:lnTo>
                  <a:pt x="-75483" y="5486400"/>
                </a:lnTo>
                <a:lnTo>
                  <a:pt x="-73352" y="5388429"/>
                </a:lnTo>
                <a:lnTo>
                  <a:pt x="-70074" y="5290457"/>
                </a:lnTo>
                <a:lnTo>
                  <a:pt x="-65305" y="5192486"/>
                </a:lnTo>
                <a:lnTo>
                  <a:pt x="-58621" y="5094514"/>
                </a:lnTo>
                <a:lnTo>
                  <a:pt x="-49569" y="4996543"/>
                </a:lnTo>
                <a:lnTo>
                  <a:pt x="-37715" y="4898571"/>
                </a:lnTo>
                <a:lnTo>
                  <a:pt x="-22716" y="4800600"/>
                </a:lnTo>
                <a:lnTo>
                  <a:pt x="-4391" y="4702629"/>
                </a:lnTo>
                <a:lnTo>
                  <a:pt x="17198" y="4604657"/>
                </a:lnTo>
                <a:lnTo>
                  <a:pt x="41689" y="4506686"/>
                </a:lnTo>
                <a:lnTo>
                  <a:pt x="68395" y="4408714"/>
                </a:lnTo>
                <a:lnTo>
                  <a:pt x="96317" y="4310743"/>
                </a:lnTo>
                <a:lnTo>
                  <a:pt x="124220" y="4212771"/>
                </a:lnTo>
                <a:lnTo>
                  <a:pt x="150753" y="4114800"/>
                </a:lnTo>
                <a:lnTo>
                  <a:pt x="174608" y="4016829"/>
                </a:lnTo>
                <a:lnTo>
                  <a:pt x="194696" y="3918857"/>
                </a:lnTo>
                <a:lnTo>
                  <a:pt x="210297" y="3820886"/>
                </a:lnTo>
                <a:lnTo>
                  <a:pt x="221171" y="3722914"/>
                </a:lnTo>
                <a:lnTo>
                  <a:pt x="227594" y="3624943"/>
                </a:lnTo>
                <a:lnTo>
                  <a:pt x="230316" y="3526971"/>
                </a:lnTo>
                <a:lnTo>
                  <a:pt x="230440" y="3429000"/>
                </a:lnTo>
                <a:lnTo>
                  <a:pt x="229257" y="3331029"/>
                </a:lnTo>
                <a:lnTo>
                  <a:pt x="228045" y="3233057"/>
                </a:lnTo>
                <a:lnTo>
                  <a:pt x="227895" y="3135086"/>
                </a:lnTo>
                <a:lnTo>
                  <a:pt x="229564" y="3037114"/>
                </a:lnTo>
                <a:lnTo>
                  <a:pt x="233397" y="2939143"/>
                </a:lnTo>
                <a:lnTo>
                  <a:pt x="239318" y="2841171"/>
                </a:lnTo>
                <a:lnTo>
                  <a:pt x="246885" y="2743200"/>
                </a:lnTo>
                <a:lnTo>
                  <a:pt x="255394" y="2645229"/>
                </a:lnTo>
                <a:lnTo>
                  <a:pt x="264009" y="2547257"/>
                </a:lnTo>
                <a:lnTo>
                  <a:pt x="271906" y="2449286"/>
                </a:lnTo>
                <a:lnTo>
                  <a:pt x="278396" y="2351314"/>
                </a:lnTo>
                <a:lnTo>
                  <a:pt x="283025" y="2253343"/>
                </a:lnTo>
                <a:lnTo>
                  <a:pt x="285635" y="2155371"/>
                </a:lnTo>
                <a:lnTo>
                  <a:pt x="286393" y="2057400"/>
                </a:lnTo>
                <a:lnTo>
                  <a:pt x="285775" y="1959429"/>
                </a:lnTo>
                <a:lnTo>
                  <a:pt x="284528" y="1861457"/>
                </a:lnTo>
                <a:lnTo>
                  <a:pt x="283608" y="1763486"/>
                </a:lnTo>
                <a:lnTo>
                  <a:pt x="284099" y="1665514"/>
                </a:lnTo>
                <a:lnTo>
                  <a:pt x="287131" y="1567543"/>
                </a:lnTo>
                <a:lnTo>
                  <a:pt x="293797" y="1469571"/>
                </a:lnTo>
                <a:lnTo>
                  <a:pt x="305083" y="1371600"/>
                </a:lnTo>
                <a:lnTo>
                  <a:pt x="321796" y="1273629"/>
                </a:lnTo>
                <a:lnTo>
                  <a:pt x="344523" y="1175657"/>
                </a:lnTo>
                <a:lnTo>
                  <a:pt x="373594" y="1077686"/>
                </a:lnTo>
                <a:lnTo>
                  <a:pt x="409065" y="979714"/>
                </a:lnTo>
                <a:lnTo>
                  <a:pt x="450715" y="881743"/>
                </a:lnTo>
                <a:lnTo>
                  <a:pt x="498054" y="783771"/>
                </a:lnTo>
                <a:lnTo>
                  <a:pt x="550342" y="685800"/>
                </a:lnTo>
                <a:lnTo>
                  <a:pt x="606618" y="587829"/>
                </a:lnTo>
                <a:lnTo>
                  <a:pt x="665732" y="489857"/>
                </a:lnTo>
                <a:lnTo>
                  <a:pt x="726388" y="391886"/>
                </a:lnTo>
                <a:lnTo>
                  <a:pt x="787182" y="293914"/>
                </a:lnTo>
                <a:lnTo>
                  <a:pt x="846651" y="195943"/>
                </a:lnTo>
                <a:lnTo>
                  <a:pt x="903317" y="97971"/>
                </a:lnTo>
                <a:lnTo>
                  <a:pt x="955737" y="0"/>
                </a:lnTo>
                <a:moveTo>
                  <a:pt x="170581" y="6858000"/>
                </a:moveTo>
                <a:lnTo>
                  <a:pt x="161278" y="6760029"/>
                </a:lnTo>
                <a:lnTo>
                  <a:pt x="135397" y="6662057"/>
                </a:lnTo>
                <a:lnTo>
                  <a:pt x="98302" y="6564086"/>
                </a:lnTo>
                <a:lnTo>
                  <a:pt x="56887" y="6466114"/>
                </a:lnTo>
                <a:lnTo>
                  <a:pt x="17510" y="6368143"/>
                </a:lnTo>
                <a:lnTo>
                  <a:pt x="-15487" y="6270171"/>
                </a:lnTo>
                <a:lnTo>
                  <a:pt x="-40269" y="6172200"/>
                </a:lnTo>
                <a:lnTo>
                  <a:pt x="-57093" y="6074229"/>
                </a:lnTo>
                <a:lnTo>
                  <a:pt x="-67442" y="5976257"/>
                </a:lnTo>
                <a:lnTo>
                  <a:pt x="-73161" y="5878286"/>
                </a:lnTo>
                <a:lnTo>
                  <a:pt x="-75870" y="5780314"/>
                </a:lnTo>
                <a:lnTo>
                  <a:pt x="-76709" y="5682343"/>
                </a:lnTo>
                <a:lnTo>
                  <a:pt x="-76317" y="5584371"/>
                </a:lnTo>
                <a:lnTo>
                  <a:pt x="-74927" y="5486400"/>
                </a:lnTo>
                <a:lnTo>
                  <a:pt x="-72481" y="5388429"/>
                </a:lnTo>
                <a:lnTo>
                  <a:pt x="-68721" y="5290457"/>
                </a:lnTo>
                <a:lnTo>
                  <a:pt x="-63251" y="5192486"/>
                </a:lnTo>
                <a:lnTo>
                  <a:pt x="-55588" y="5094514"/>
                </a:lnTo>
                <a:lnTo>
                  <a:pt x="-45214" y="4996543"/>
                </a:lnTo>
                <a:lnTo>
                  <a:pt x="-31636" y="4898571"/>
                </a:lnTo>
                <a:lnTo>
                  <a:pt x="-14466" y="4800600"/>
                </a:lnTo>
                <a:lnTo>
                  <a:pt x="6490" y="4702629"/>
                </a:lnTo>
                <a:lnTo>
                  <a:pt x="31148" y="4604657"/>
                </a:lnTo>
                <a:lnTo>
                  <a:pt x="59075" y="4506686"/>
                </a:lnTo>
                <a:lnTo>
                  <a:pt x="89458" y="4408714"/>
                </a:lnTo>
                <a:lnTo>
                  <a:pt x="121123" y="4310743"/>
                </a:lnTo>
                <a:lnTo>
                  <a:pt x="152618" y="4212771"/>
                </a:lnTo>
                <a:lnTo>
                  <a:pt x="182355" y="4114800"/>
                </a:lnTo>
                <a:lnTo>
                  <a:pt x="208796" y="4016829"/>
                </a:lnTo>
                <a:lnTo>
                  <a:pt x="230651" y="3918857"/>
                </a:lnTo>
                <a:lnTo>
                  <a:pt x="247060" y="3820886"/>
                </a:lnTo>
                <a:lnTo>
                  <a:pt x="257719" y="3722914"/>
                </a:lnTo>
                <a:lnTo>
                  <a:pt x="262927" y="3624943"/>
                </a:lnTo>
                <a:lnTo>
                  <a:pt x="263541" y="3526971"/>
                </a:lnTo>
                <a:lnTo>
                  <a:pt x="260843" y="3429000"/>
                </a:lnTo>
                <a:lnTo>
                  <a:pt x="256347" y="3331029"/>
                </a:lnTo>
                <a:lnTo>
                  <a:pt x="251581" y="3233057"/>
                </a:lnTo>
                <a:lnTo>
                  <a:pt x="247873" y="3135086"/>
                </a:lnTo>
                <a:lnTo>
                  <a:pt x="246194" y="3037114"/>
                </a:lnTo>
                <a:lnTo>
                  <a:pt x="247058" y="2939143"/>
                </a:lnTo>
                <a:lnTo>
                  <a:pt x="250509" y="2841171"/>
                </a:lnTo>
                <a:lnTo>
                  <a:pt x="256176" y="2743200"/>
                </a:lnTo>
                <a:lnTo>
                  <a:pt x="263385" y="2645229"/>
                </a:lnTo>
                <a:lnTo>
                  <a:pt x="271304" y="2547257"/>
                </a:lnTo>
                <a:lnTo>
                  <a:pt x="279091" y="2449286"/>
                </a:lnTo>
                <a:lnTo>
                  <a:pt x="286036" y="2351314"/>
                </a:lnTo>
                <a:lnTo>
                  <a:pt x="291664" y="2253343"/>
                </a:lnTo>
                <a:lnTo>
                  <a:pt x="295808" y="2155371"/>
                </a:lnTo>
                <a:lnTo>
                  <a:pt x="298634" y="2057400"/>
                </a:lnTo>
                <a:lnTo>
                  <a:pt x="300631" y="1959429"/>
                </a:lnTo>
                <a:lnTo>
                  <a:pt x="302571" y="1861457"/>
                </a:lnTo>
                <a:lnTo>
                  <a:pt x="305435" y="1763486"/>
                </a:lnTo>
                <a:lnTo>
                  <a:pt x="310340" y="1665514"/>
                </a:lnTo>
                <a:lnTo>
                  <a:pt x="318446" y="1567543"/>
                </a:lnTo>
                <a:lnTo>
                  <a:pt x="330869" y="1469571"/>
                </a:lnTo>
                <a:lnTo>
                  <a:pt x="348606" y="1371600"/>
                </a:lnTo>
                <a:lnTo>
                  <a:pt x="372465" y="1273629"/>
                </a:lnTo>
                <a:lnTo>
                  <a:pt x="403011" y="1175657"/>
                </a:lnTo>
                <a:lnTo>
                  <a:pt x="440535" y="1077686"/>
                </a:lnTo>
                <a:lnTo>
                  <a:pt x="485029" y="979714"/>
                </a:lnTo>
                <a:lnTo>
                  <a:pt x="536185" y="881743"/>
                </a:lnTo>
                <a:lnTo>
                  <a:pt x="593399" y="783771"/>
                </a:lnTo>
                <a:lnTo>
                  <a:pt x="655796" y="685800"/>
                </a:lnTo>
                <a:lnTo>
                  <a:pt x="722259" y="587829"/>
                </a:lnTo>
                <a:lnTo>
                  <a:pt x="791462" y="489857"/>
                </a:lnTo>
                <a:lnTo>
                  <a:pt x="861921" y="391886"/>
                </a:lnTo>
                <a:lnTo>
                  <a:pt x="932035" y="293914"/>
                </a:lnTo>
                <a:lnTo>
                  <a:pt x="1000143" y="195943"/>
                </a:lnTo>
                <a:lnTo>
                  <a:pt x="1064575" y="97971"/>
                </a:lnTo>
                <a:lnTo>
                  <a:pt x="1123705" y="0"/>
                </a:lnTo>
                <a:moveTo>
                  <a:pt x="204067" y="6858000"/>
                </a:moveTo>
                <a:lnTo>
                  <a:pt x="193517" y="6760029"/>
                </a:lnTo>
                <a:lnTo>
                  <a:pt x="164167" y="6662057"/>
                </a:lnTo>
                <a:lnTo>
                  <a:pt x="122100" y="6564086"/>
                </a:lnTo>
                <a:lnTo>
                  <a:pt x="75134" y="6466114"/>
                </a:lnTo>
                <a:lnTo>
                  <a:pt x="30479" y="6368143"/>
                </a:lnTo>
                <a:lnTo>
                  <a:pt x="-6941" y="6270171"/>
                </a:lnTo>
                <a:lnTo>
                  <a:pt x="-35045" y="6172200"/>
                </a:lnTo>
                <a:lnTo>
                  <a:pt x="-54124" y="6074229"/>
                </a:lnTo>
                <a:lnTo>
                  <a:pt x="-65860" y="5976257"/>
                </a:lnTo>
                <a:lnTo>
                  <a:pt x="-72346" y="5878286"/>
                </a:lnTo>
                <a:lnTo>
                  <a:pt x="-75419" y="5780314"/>
                </a:lnTo>
                <a:lnTo>
                  <a:pt x="-76372" y="5682343"/>
                </a:lnTo>
                <a:lnTo>
                  <a:pt x="-75929" y="5584371"/>
                </a:lnTo>
                <a:lnTo>
                  <a:pt x="-74356" y="5486400"/>
                </a:lnTo>
                <a:lnTo>
                  <a:pt x="-71589" y="5388429"/>
                </a:lnTo>
                <a:lnTo>
                  <a:pt x="-67334" y="5290457"/>
                </a:lnTo>
                <a:lnTo>
                  <a:pt x="-61146" y="5192486"/>
                </a:lnTo>
                <a:lnTo>
                  <a:pt x="-52478" y="5094514"/>
                </a:lnTo>
                <a:lnTo>
                  <a:pt x="-40748" y="4996543"/>
                </a:lnTo>
                <a:lnTo>
                  <a:pt x="-25402" y="4898571"/>
                </a:lnTo>
                <a:lnTo>
                  <a:pt x="-6007" y="4800600"/>
                </a:lnTo>
                <a:lnTo>
                  <a:pt x="17647" y="4702629"/>
                </a:lnTo>
                <a:lnTo>
                  <a:pt x="45453" y="4604657"/>
                </a:lnTo>
                <a:lnTo>
                  <a:pt x="76904" y="4506686"/>
                </a:lnTo>
                <a:lnTo>
                  <a:pt x="111057" y="4408714"/>
                </a:lnTo>
                <a:lnTo>
                  <a:pt x="146560" y="4310743"/>
                </a:lnTo>
                <a:lnTo>
                  <a:pt x="181737" y="4212771"/>
                </a:lnTo>
                <a:lnTo>
                  <a:pt x="214761" y="4114800"/>
                </a:lnTo>
                <a:lnTo>
                  <a:pt x="243855" y="4016829"/>
                </a:lnTo>
                <a:lnTo>
                  <a:pt x="267524" y="3918857"/>
                </a:lnTo>
                <a:lnTo>
                  <a:pt x="284763" y="3820886"/>
                </a:lnTo>
                <a:lnTo>
                  <a:pt x="295205" y="3722914"/>
                </a:lnTo>
                <a:lnTo>
                  <a:pt x="299172" y="3624943"/>
                </a:lnTo>
                <a:lnTo>
                  <a:pt x="297632" y="3526971"/>
                </a:lnTo>
                <a:lnTo>
                  <a:pt x="292047" y="3429000"/>
                </a:lnTo>
                <a:lnTo>
                  <a:pt x="284167" y="3331029"/>
                </a:lnTo>
                <a:lnTo>
                  <a:pt x="275769" y="3233057"/>
                </a:lnTo>
                <a:lnTo>
                  <a:pt x="268433" y="3135086"/>
                </a:lnTo>
                <a:lnTo>
                  <a:pt x="263345" y="3037114"/>
                </a:lnTo>
                <a:lnTo>
                  <a:pt x="261195" y="2939143"/>
                </a:lnTo>
                <a:lnTo>
                  <a:pt x="262152" y="2841171"/>
                </a:lnTo>
                <a:lnTo>
                  <a:pt x="265920" y="2743200"/>
                </a:lnTo>
                <a:lnTo>
                  <a:pt x="271857" y="2645229"/>
                </a:lnTo>
                <a:lnTo>
                  <a:pt x="279135" y="2547257"/>
                </a:lnTo>
                <a:lnTo>
                  <a:pt x="286897" y="2449286"/>
                </a:lnTo>
                <a:lnTo>
                  <a:pt x="294411" y="2351314"/>
                </a:lnTo>
                <a:lnTo>
                  <a:pt x="301187" y="2253343"/>
                </a:lnTo>
                <a:lnTo>
                  <a:pt x="307046" y="2155371"/>
                </a:lnTo>
                <a:lnTo>
                  <a:pt x="312157" y="2057400"/>
                </a:lnTo>
                <a:lnTo>
                  <a:pt x="317022" y="1959429"/>
                </a:lnTo>
                <a:lnTo>
                  <a:pt x="322436" y="1861457"/>
                </a:lnTo>
                <a:lnTo>
                  <a:pt x="329408" y="1763486"/>
                </a:lnTo>
                <a:lnTo>
                  <a:pt x="339086" y="1665514"/>
                </a:lnTo>
                <a:lnTo>
                  <a:pt x="352657" y="1567543"/>
                </a:lnTo>
                <a:lnTo>
                  <a:pt x="371257" y="1469571"/>
                </a:lnTo>
                <a:lnTo>
                  <a:pt x="395891" y="1371600"/>
                </a:lnTo>
                <a:lnTo>
                  <a:pt x="427356" y="1273629"/>
                </a:lnTo>
                <a:lnTo>
                  <a:pt x="466193" y="1175657"/>
                </a:lnTo>
                <a:lnTo>
                  <a:pt x="512640" y="1077686"/>
                </a:lnTo>
                <a:lnTo>
                  <a:pt x="566615" y="979714"/>
                </a:lnTo>
                <a:lnTo>
                  <a:pt x="627710" y="881743"/>
                </a:lnTo>
                <a:lnTo>
                  <a:pt x="695197" y="783771"/>
                </a:lnTo>
                <a:lnTo>
                  <a:pt x="768053" y="685800"/>
                </a:lnTo>
                <a:lnTo>
                  <a:pt x="844989" y="587829"/>
                </a:lnTo>
                <a:lnTo>
                  <a:pt x="924496" y="489857"/>
                </a:lnTo>
                <a:lnTo>
                  <a:pt x="1004887" y="391886"/>
                </a:lnTo>
                <a:lnTo>
                  <a:pt x="1084360" y="293914"/>
                </a:lnTo>
                <a:lnTo>
                  <a:pt x="1161048" y="195943"/>
                </a:lnTo>
                <a:lnTo>
                  <a:pt x="1233086" y="97971"/>
                </a:lnTo>
                <a:lnTo>
                  <a:pt x="1298668" y="0"/>
                </a:lnTo>
                <a:moveTo>
                  <a:pt x="238306" y="6858000"/>
                </a:moveTo>
                <a:lnTo>
                  <a:pt x="226482" y="6760029"/>
                </a:lnTo>
                <a:lnTo>
                  <a:pt x="193585" y="6662057"/>
                </a:lnTo>
                <a:lnTo>
                  <a:pt x="146434" y="6564086"/>
                </a:lnTo>
                <a:lnTo>
                  <a:pt x="93791" y="6466114"/>
                </a:lnTo>
                <a:lnTo>
                  <a:pt x="43740" y="6368143"/>
                </a:lnTo>
                <a:lnTo>
                  <a:pt x="1797" y="6270171"/>
                </a:lnTo>
                <a:lnTo>
                  <a:pt x="-29703" y="6172200"/>
                </a:lnTo>
                <a:lnTo>
                  <a:pt x="-51088" y="6074229"/>
                </a:lnTo>
                <a:lnTo>
                  <a:pt x="-64243" y="5976257"/>
                </a:lnTo>
                <a:lnTo>
                  <a:pt x="-71513" y="5878286"/>
                </a:lnTo>
                <a:lnTo>
                  <a:pt x="-74958" y="5780314"/>
                </a:lnTo>
                <a:lnTo>
                  <a:pt x="-76027" y="5682343"/>
                </a:lnTo>
                <a:lnTo>
                  <a:pt x="-75532" y="5584371"/>
                </a:lnTo>
                <a:lnTo>
                  <a:pt x="-73773" y="5486400"/>
                </a:lnTo>
                <a:lnTo>
                  <a:pt x="-70676" y="5388429"/>
                </a:lnTo>
                <a:lnTo>
                  <a:pt x="-65916" y="5290457"/>
                </a:lnTo>
                <a:lnTo>
                  <a:pt x="-58992" y="5192486"/>
                </a:lnTo>
                <a:lnTo>
                  <a:pt x="-49298" y="5094514"/>
                </a:lnTo>
                <a:lnTo>
                  <a:pt x="-36181" y="4996543"/>
                </a:lnTo>
                <a:lnTo>
                  <a:pt x="-19027" y="4898571"/>
                </a:lnTo>
                <a:lnTo>
                  <a:pt x="2642" y="4800600"/>
                </a:lnTo>
                <a:lnTo>
                  <a:pt x="29055" y="4702629"/>
                </a:lnTo>
                <a:lnTo>
                  <a:pt x="60080" y="4604657"/>
                </a:lnTo>
                <a:lnTo>
                  <a:pt x="95134" y="4506686"/>
                </a:lnTo>
                <a:lnTo>
                  <a:pt x="133144" y="4408714"/>
                </a:lnTo>
                <a:lnTo>
                  <a:pt x="172570" y="4310743"/>
                </a:lnTo>
                <a:lnTo>
                  <a:pt x="211515" y="4212771"/>
                </a:lnTo>
                <a:lnTo>
                  <a:pt x="247901" y="4114800"/>
                </a:lnTo>
                <a:lnTo>
                  <a:pt x="279708" y="4016829"/>
                </a:lnTo>
                <a:lnTo>
                  <a:pt x="305233" y="3918857"/>
                </a:lnTo>
                <a:lnTo>
                  <a:pt x="323325" y="3820886"/>
                </a:lnTo>
                <a:lnTo>
                  <a:pt x="333549" y="3722914"/>
                </a:lnTo>
                <a:lnTo>
                  <a:pt x="336252" y="3624943"/>
                </a:lnTo>
                <a:lnTo>
                  <a:pt x="332515" y="3526971"/>
                </a:lnTo>
                <a:lnTo>
                  <a:pt x="323989" y="3429000"/>
                </a:lnTo>
                <a:lnTo>
                  <a:pt x="312659" y="3331029"/>
                </a:lnTo>
                <a:lnTo>
                  <a:pt x="300565" y="3233057"/>
                </a:lnTo>
                <a:lnTo>
                  <a:pt x="289539" y="3135086"/>
                </a:lnTo>
                <a:lnTo>
                  <a:pt x="280992" y="3037114"/>
                </a:lnTo>
                <a:lnTo>
                  <a:pt x="275795" y="2939143"/>
                </a:lnTo>
                <a:lnTo>
                  <a:pt x="274245" y="2841171"/>
                </a:lnTo>
                <a:lnTo>
                  <a:pt x="276123" y="2743200"/>
                </a:lnTo>
                <a:lnTo>
                  <a:pt x="280824" y="2645229"/>
                </a:lnTo>
                <a:lnTo>
                  <a:pt x="287525" y="2547257"/>
                </a:lnTo>
                <a:lnTo>
                  <a:pt x="295357" y="2449286"/>
                </a:lnTo>
                <a:lnTo>
                  <a:pt x="303567" y="2351314"/>
                </a:lnTo>
                <a:lnTo>
                  <a:pt x="311648" y="2253343"/>
                </a:lnTo>
                <a:lnTo>
                  <a:pt x="319414" y="2155371"/>
                </a:lnTo>
                <a:lnTo>
                  <a:pt x="327036" y="2057400"/>
                </a:lnTo>
                <a:lnTo>
                  <a:pt x="335031" y="1959429"/>
                </a:lnTo>
                <a:lnTo>
                  <a:pt x="344216" y="1861457"/>
                </a:lnTo>
                <a:lnTo>
                  <a:pt x="355629" y="1763486"/>
                </a:lnTo>
                <a:lnTo>
                  <a:pt x="370446" y="1665514"/>
                </a:lnTo>
                <a:lnTo>
                  <a:pt x="389879" y="1567543"/>
                </a:lnTo>
                <a:lnTo>
                  <a:pt x="415079" y="1469571"/>
                </a:lnTo>
                <a:lnTo>
                  <a:pt x="447052" y="1371600"/>
                </a:lnTo>
                <a:lnTo>
                  <a:pt x="486582" y="1273629"/>
                </a:lnTo>
                <a:lnTo>
                  <a:pt x="534171" y="1175657"/>
                </a:lnTo>
                <a:lnTo>
                  <a:pt x="589996" y="1077686"/>
                </a:lnTo>
                <a:lnTo>
                  <a:pt x="653891" y="979714"/>
                </a:lnTo>
                <a:lnTo>
                  <a:pt x="725334" y="881743"/>
                </a:lnTo>
                <a:lnTo>
                  <a:pt x="803461" y="783771"/>
                </a:lnTo>
                <a:lnTo>
                  <a:pt x="887085" y="685800"/>
                </a:lnTo>
                <a:lnTo>
                  <a:pt x="974739" y="587829"/>
                </a:lnTo>
                <a:lnTo>
                  <a:pt x="1064713" y="489857"/>
                </a:lnTo>
                <a:lnTo>
                  <a:pt x="1155114" y="391886"/>
                </a:lnTo>
                <a:lnTo>
                  <a:pt x="1243928" y="293914"/>
                </a:lnTo>
                <a:lnTo>
                  <a:pt x="1329079" y="195943"/>
                </a:lnTo>
                <a:lnTo>
                  <a:pt x="1408504" y="97971"/>
                </a:lnTo>
                <a:lnTo>
                  <a:pt x="1480221" y="0"/>
                </a:lnTo>
                <a:moveTo>
                  <a:pt x="273239" y="6858000"/>
                </a:moveTo>
                <a:lnTo>
                  <a:pt x="260113" y="6760029"/>
                </a:lnTo>
                <a:lnTo>
                  <a:pt x="223597" y="6662057"/>
                </a:lnTo>
                <a:lnTo>
                  <a:pt x="171260" y="6564086"/>
                </a:lnTo>
                <a:lnTo>
                  <a:pt x="112826" y="6466114"/>
                </a:lnTo>
                <a:lnTo>
                  <a:pt x="57269" y="6368143"/>
                </a:lnTo>
                <a:lnTo>
                  <a:pt x="10712" y="6270171"/>
                </a:lnTo>
                <a:lnTo>
                  <a:pt x="-24253" y="6172200"/>
                </a:lnTo>
                <a:lnTo>
                  <a:pt x="-47990" y="6074229"/>
                </a:lnTo>
                <a:lnTo>
                  <a:pt x="-62592" y="5976257"/>
                </a:lnTo>
                <a:lnTo>
                  <a:pt x="-70663" y="5878286"/>
                </a:lnTo>
                <a:lnTo>
                  <a:pt x="-74488" y="5780314"/>
                </a:lnTo>
                <a:lnTo>
                  <a:pt x="-75675" y="5682343"/>
                </a:lnTo>
                <a:lnTo>
                  <a:pt x="-75128" y="5584371"/>
                </a:lnTo>
                <a:lnTo>
                  <a:pt x="-73178" y="5486400"/>
                </a:lnTo>
                <a:lnTo>
                  <a:pt x="-69745" y="5388429"/>
                </a:lnTo>
                <a:lnTo>
                  <a:pt x="-64469" y="5290457"/>
                </a:lnTo>
                <a:lnTo>
                  <a:pt x="-56796" y="5192486"/>
                </a:lnTo>
                <a:lnTo>
                  <a:pt x="-46054" y="5094514"/>
                </a:lnTo>
                <a:lnTo>
                  <a:pt x="-31522" y="4996543"/>
                </a:lnTo>
                <a:lnTo>
                  <a:pt x="-12524" y="4898571"/>
                </a:lnTo>
                <a:lnTo>
                  <a:pt x="11467" y="4800600"/>
                </a:lnTo>
                <a:lnTo>
                  <a:pt x="40695" y="4702629"/>
                </a:lnTo>
                <a:lnTo>
                  <a:pt x="75004" y="4604657"/>
                </a:lnTo>
                <a:lnTo>
                  <a:pt x="113734" y="4506686"/>
                </a:lnTo>
                <a:lnTo>
                  <a:pt x="155678" y="4408714"/>
                </a:lnTo>
                <a:lnTo>
                  <a:pt x="199109" y="4310743"/>
                </a:lnTo>
                <a:lnTo>
                  <a:pt x="241898" y="4212771"/>
                </a:lnTo>
                <a:lnTo>
                  <a:pt x="281714" y="4114800"/>
                </a:lnTo>
                <a:lnTo>
                  <a:pt x="316291" y="4016829"/>
                </a:lnTo>
                <a:lnTo>
                  <a:pt x="343714" y="3918857"/>
                </a:lnTo>
                <a:lnTo>
                  <a:pt x="362678" y="3820886"/>
                </a:lnTo>
                <a:lnTo>
                  <a:pt x="372683" y="3722914"/>
                </a:lnTo>
                <a:lnTo>
                  <a:pt x="374102" y="3624943"/>
                </a:lnTo>
                <a:lnTo>
                  <a:pt x="368132" y="3526971"/>
                </a:lnTo>
                <a:lnTo>
                  <a:pt x="356615" y="3429000"/>
                </a:lnTo>
                <a:lnTo>
                  <a:pt x="341781" y="3331029"/>
                </a:lnTo>
                <a:lnTo>
                  <a:pt x="325933" y="3233057"/>
                </a:lnTo>
                <a:lnTo>
                  <a:pt x="311165" y="3135086"/>
                </a:lnTo>
                <a:lnTo>
                  <a:pt x="299119" y="3037114"/>
                </a:lnTo>
                <a:lnTo>
                  <a:pt x="290850" y="2939143"/>
                </a:lnTo>
                <a:lnTo>
                  <a:pt x="286788" y="2841171"/>
                </a:lnTo>
                <a:lnTo>
                  <a:pt x="286796" y="2743200"/>
                </a:lnTo>
                <a:lnTo>
                  <a:pt x="290307" y="2645229"/>
                </a:lnTo>
                <a:lnTo>
                  <a:pt x="296505" y="2547257"/>
                </a:lnTo>
                <a:lnTo>
                  <a:pt x="304510" y="2449286"/>
                </a:lnTo>
                <a:lnTo>
                  <a:pt x="313551" y="2351314"/>
                </a:lnTo>
                <a:lnTo>
                  <a:pt x="323105" y="2253343"/>
                </a:lnTo>
                <a:lnTo>
                  <a:pt x="332980" y="2155371"/>
                </a:lnTo>
                <a:lnTo>
                  <a:pt x="343350" y="2057400"/>
                </a:lnTo>
                <a:lnTo>
                  <a:pt x="354747" y="1959429"/>
                </a:lnTo>
                <a:lnTo>
                  <a:pt x="368010" y="1861457"/>
                </a:lnTo>
                <a:lnTo>
                  <a:pt x="384206" y="1763486"/>
                </a:lnTo>
                <a:lnTo>
                  <a:pt x="404535" y="1665514"/>
                </a:lnTo>
                <a:lnTo>
                  <a:pt x="430232" y="1567543"/>
                </a:lnTo>
                <a:lnTo>
                  <a:pt x="462459" y="1469571"/>
                </a:lnTo>
                <a:lnTo>
                  <a:pt x="502216" y="1371600"/>
                </a:lnTo>
                <a:lnTo>
                  <a:pt x="550264" y="1273629"/>
                </a:lnTo>
                <a:lnTo>
                  <a:pt x="607058" y="1175657"/>
                </a:lnTo>
                <a:lnTo>
                  <a:pt x="672705" y="1077686"/>
                </a:lnTo>
                <a:lnTo>
                  <a:pt x="746939" y="979714"/>
                </a:lnTo>
                <a:lnTo>
                  <a:pt x="829114" y="881743"/>
                </a:lnTo>
                <a:lnTo>
                  <a:pt x="918216" y="783771"/>
                </a:lnTo>
                <a:lnTo>
                  <a:pt x="1012884" y="685800"/>
                </a:lnTo>
                <a:lnTo>
                  <a:pt x="1111456" y="587829"/>
                </a:lnTo>
                <a:lnTo>
                  <a:pt x="1212015" y="489857"/>
                </a:lnTo>
                <a:lnTo>
                  <a:pt x="1312453" y="391886"/>
                </a:lnTo>
                <a:lnTo>
                  <a:pt x="1410535" y="293914"/>
                </a:lnTo>
                <a:lnTo>
                  <a:pt x="1503976" y="195943"/>
                </a:lnTo>
                <a:lnTo>
                  <a:pt x="1590517" y="97971"/>
                </a:lnTo>
                <a:lnTo>
                  <a:pt x="1667999" y="0"/>
                </a:lnTo>
                <a:moveTo>
                  <a:pt x="308813" y="6858000"/>
                </a:moveTo>
                <a:lnTo>
                  <a:pt x="294363" y="6760029"/>
                </a:lnTo>
                <a:lnTo>
                  <a:pt x="254161" y="6662057"/>
                </a:lnTo>
                <a:lnTo>
                  <a:pt x="196542" y="6564086"/>
                </a:lnTo>
                <a:lnTo>
                  <a:pt x="132211" y="6466114"/>
                </a:lnTo>
                <a:lnTo>
                  <a:pt x="71047" y="6368143"/>
                </a:lnTo>
                <a:lnTo>
                  <a:pt x="19792" y="6270171"/>
                </a:lnTo>
                <a:lnTo>
                  <a:pt x="-18703" y="6172200"/>
                </a:lnTo>
                <a:lnTo>
                  <a:pt x="-44836" y="6074229"/>
                </a:lnTo>
                <a:lnTo>
                  <a:pt x="-60912" y="5976257"/>
                </a:lnTo>
                <a:lnTo>
                  <a:pt x="-69797" y="5878286"/>
                </a:lnTo>
                <a:lnTo>
                  <a:pt x="-74009" y="5780314"/>
                </a:lnTo>
                <a:lnTo>
                  <a:pt x="-75317" y="5682343"/>
                </a:lnTo>
                <a:lnTo>
                  <a:pt x="-74716" y="5584371"/>
                </a:lnTo>
                <a:lnTo>
                  <a:pt x="-72572" y="5486400"/>
                </a:lnTo>
                <a:lnTo>
                  <a:pt x="-68797" y="5388429"/>
                </a:lnTo>
                <a:lnTo>
                  <a:pt x="-62995" y="5290457"/>
                </a:lnTo>
                <a:lnTo>
                  <a:pt x="-54559" y="5192486"/>
                </a:lnTo>
                <a:lnTo>
                  <a:pt x="-42749" y="5094514"/>
                </a:lnTo>
                <a:lnTo>
                  <a:pt x="-26777" y="4996543"/>
                </a:lnTo>
                <a:lnTo>
                  <a:pt x="-5901" y="4898571"/>
                </a:lnTo>
                <a:lnTo>
                  <a:pt x="20454" y="4800600"/>
                </a:lnTo>
                <a:lnTo>
                  <a:pt x="52549" y="4702629"/>
                </a:lnTo>
                <a:lnTo>
                  <a:pt x="90202" y="4604657"/>
                </a:lnTo>
                <a:lnTo>
                  <a:pt x="132676" y="4506686"/>
                </a:lnTo>
                <a:lnTo>
                  <a:pt x="178627" y="4408714"/>
                </a:lnTo>
                <a:lnTo>
                  <a:pt x="226137" y="4310743"/>
                </a:lnTo>
                <a:lnTo>
                  <a:pt x="272841" y="4212771"/>
                </a:lnTo>
                <a:lnTo>
                  <a:pt x="316153" y="4114800"/>
                </a:lnTo>
                <a:lnTo>
                  <a:pt x="353553" y="4016829"/>
                </a:lnTo>
                <a:lnTo>
                  <a:pt x="382909" y="3918857"/>
                </a:lnTo>
                <a:lnTo>
                  <a:pt x="402766" y="3820886"/>
                </a:lnTo>
                <a:lnTo>
                  <a:pt x="412553" y="3722914"/>
                </a:lnTo>
                <a:lnTo>
                  <a:pt x="412671" y="3624943"/>
                </a:lnTo>
                <a:lnTo>
                  <a:pt x="404435" y="3526971"/>
                </a:lnTo>
                <a:lnTo>
                  <a:pt x="389884" y="3429000"/>
                </a:lnTo>
                <a:lnTo>
                  <a:pt x="371495" y="3331029"/>
                </a:lnTo>
                <a:lnTo>
                  <a:pt x="351845" y="3233057"/>
                </a:lnTo>
                <a:lnTo>
                  <a:pt x="333291" y="3135086"/>
                </a:lnTo>
                <a:lnTo>
                  <a:pt x="317713" y="3037114"/>
                </a:lnTo>
                <a:lnTo>
                  <a:pt x="306357" y="2939143"/>
                </a:lnTo>
                <a:lnTo>
                  <a:pt x="299788" y="2841171"/>
                </a:lnTo>
                <a:lnTo>
                  <a:pt x="297954" y="2743200"/>
                </a:lnTo>
                <a:lnTo>
                  <a:pt x="300330" y="2645229"/>
                </a:lnTo>
                <a:lnTo>
                  <a:pt x="306108" y="2547257"/>
                </a:lnTo>
                <a:lnTo>
                  <a:pt x="314399" y="2449286"/>
                </a:lnTo>
                <a:lnTo>
                  <a:pt x="324417" y="2351314"/>
                </a:lnTo>
                <a:lnTo>
                  <a:pt x="335622" y="2253343"/>
                </a:lnTo>
                <a:lnTo>
                  <a:pt x="347818" y="2155371"/>
                </a:lnTo>
                <a:lnTo>
                  <a:pt x="361183" y="2057400"/>
                </a:lnTo>
                <a:lnTo>
                  <a:pt x="376265" y="1959429"/>
                </a:lnTo>
                <a:lnTo>
                  <a:pt x="393923" y="1861457"/>
                </a:lnTo>
                <a:lnTo>
                  <a:pt x="415252" y="1763486"/>
                </a:lnTo>
                <a:lnTo>
                  <a:pt x="441476" y="1665514"/>
                </a:lnTo>
                <a:lnTo>
                  <a:pt x="473846" y="1567543"/>
                </a:lnTo>
                <a:lnTo>
                  <a:pt x="513528" y="1469571"/>
                </a:lnTo>
                <a:lnTo>
                  <a:pt x="561514" y="1371600"/>
                </a:lnTo>
                <a:lnTo>
                  <a:pt x="618530" y="1273629"/>
                </a:lnTo>
                <a:lnTo>
                  <a:pt x="684974" y="1175657"/>
                </a:lnTo>
                <a:lnTo>
                  <a:pt x="760872" y="1077686"/>
                </a:lnTo>
                <a:lnTo>
                  <a:pt x="845847" y="979714"/>
                </a:lnTo>
                <a:lnTo>
                  <a:pt x="939114" y="881743"/>
                </a:lnTo>
                <a:lnTo>
                  <a:pt x="1039496" y="783771"/>
                </a:lnTo>
                <a:lnTo>
                  <a:pt x="1145447" y="685800"/>
                </a:lnTo>
                <a:lnTo>
                  <a:pt x="1255098" y="587829"/>
                </a:lnTo>
                <a:lnTo>
                  <a:pt x="1366315" y="489857"/>
                </a:lnTo>
                <a:lnTo>
                  <a:pt x="1476766" y="391886"/>
                </a:lnTo>
                <a:lnTo>
                  <a:pt x="1583995" y="293914"/>
                </a:lnTo>
                <a:lnTo>
                  <a:pt x="1685502" y="195943"/>
                </a:lnTo>
                <a:lnTo>
                  <a:pt x="1778833" y="97971"/>
                </a:lnTo>
                <a:lnTo>
                  <a:pt x="1861659" y="0"/>
                </a:lnTo>
                <a:moveTo>
                  <a:pt x="344985" y="6858000"/>
                </a:moveTo>
                <a:lnTo>
                  <a:pt x="329188" y="6760029"/>
                </a:lnTo>
                <a:lnTo>
                  <a:pt x="285240" y="6662057"/>
                </a:lnTo>
                <a:lnTo>
                  <a:pt x="222249" y="6564086"/>
                </a:lnTo>
                <a:lnTo>
                  <a:pt x="151922" y="6466114"/>
                </a:lnTo>
                <a:lnTo>
                  <a:pt x="85057" y="6368143"/>
                </a:lnTo>
                <a:lnTo>
                  <a:pt x="29023" y="6270171"/>
                </a:lnTo>
                <a:lnTo>
                  <a:pt x="-13059" y="6172200"/>
                </a:lnTo>
                <a:lnTo>
                  <a:pt x="-41628" y="6074229"/>
                </a:lnTo>
                <a:lnTo>
                  <a:pt x="-59203" y="5976257"/>
                </a:lnTo>
                <a:lnTo>
                  <a:pt x="-68917" y="5878286"/>
                </a:lnTo>
                <a:lnTo>
                  <a:pt x="-73521" y="5780314"/>
                </a:lnTo>
                <a:lnTo>
                  <a:pt x="-74952" y="5682343"/>
                </a:lnTo>
                <a:lnTo>
                  <a:pt x="-74297" y="5584371"/>
                </a:lnTo>
                <a:lnTo>
                  <a:pt x="-71955" y="5486400"/>
                </a:lnTo>
                <a:lnTo>
                  <a:pt x="-67833" y="5388429"/>
                </a:lnTo>
                <a:lnTo>
                  <a:pt x="-61496" y="5290457"/>
                </a:lnTo>
                <a:lnTo>
                  <a:pt x="-52284" y="5192486"/>
                </a:lnTo>
                <a:lnTo>
                  <a:pt x="-39389" y="5094514"/>
                </a:lnTo>
                <a:lnTo>
                  <a:pt x="-21953" y="4996543"/>
                </a:lnTo>
                <a:lnTo>
                  <a:pt x="834" y="4898571"/>
                </a:lnTo>
                <a:lnTo>
                  <a:pt x="29592" y="4800600"/>
                </a:lnTo>
                <a:lnTo>
                  <a:pt x="64603" y="4702629"/>
                </a:lnTo>
                <a:lnTo>
                  <a:pt x="105657" y="4604657"/>
                </a:lnTo>
                <a:lnTo>
                  <a:pt x="151938" y="4506686"/>
                </a:lnTo>
                <a:lnTo>
                  <a:pt x="201965" y="4408714"/>
                </a:lnTo>
                <a:lnTo>
                  <a:pt x="253622" y="4310743"/>
                </a:lnTo>
                <a:lnTo>
                  <a:pt x="304309" y="4212771"/>
                </a:lnTo>
                <a:lnTo>
                  <a:pt x="351176" y="4114800"/>
                </a:lnTo>
                <a:lnTo>
                  <a:pt x="391448" y="4016829"/>
                </a:lnTo>
                <a:lnTo>
                  <a:pt x="422773" y="3918857"/>
                </a:lnTo>
                <a:lnTo>
                  <a:pt x="443541" y="3820886"/>
                </a:lnTo>
                <a:lnTo>
                  <a:pt x="453112" y="3722914"/>
                </a:lnTo>
                <a:lnTo>
                  <a:pt x="451914" y="3624943"/>
                </a:lnTo>
                <a:lnTo>
                  <a:pt x="441384" y="3526971"/>
                </a:lnTo>
                <a:lnTo>
                  <a:pt x="423760" y="3429000"/>
                </a:lnTo>
                <a:lnTo>
                  <a:pt x="401774" y="3331029"/>
                </a:lnTo>
                <a:lnTo>
                  <a:pt x="378278" y="3233057"/>
                </a:lnTo>
                <a:lnTo>
                  <a:pt x="355903" y="3135086"/>
                </a:lnTo>
                <a:lnTo>
                  <a:pt x="336770" y="3037114"/>
                </a:lnTo>
                <a:lnTo>
                  <a:pt x="322318" y="2939143"/>
                </a:lnTo>
                <a:lnTo>
                  <a:pt x="313254" y="2841171"/>
                </a:lnTo>
                <a:lnTo>
                  <a:pt x="309616" y="2743200"/>
                </a:lnTo>
                <a:lnTo>
                  <a:pt x="310920" y="2645229"/>
                </a:lnTo>
                <a:lnTo>
                  <a:pt x="316371" y="2547257"/>
                </a:lnTo>
                <a:lnTo>
                  <a:pt x="325071" y="2449286"/>
                </a:lnTo>
                <a:lnTo>
                  <a:pt x="336219" y="2351314"/>
                </a:lnTo>
                <a:lnTo>
                  <a:pt x="349265" y="2253343"/>
                </a:lnTo>
                <a:lnTo>
                  <a:pt x="364004" y="2155371"/>
                </a:lnTo>
                <a:lnTo>
                  <a:pt x="380623" y="2057400"/>
                </a:lnTo>
                <a:lnTo>
                  <a:pt x="399683" y="1959429"/>
                </a:lnTo>
                <a:lnTo>
                  <a:pt x="422065" y="1861457"/>
                </a:lnTo>
                <a:lnTo>
                  <a:pt x="448887" y="1763486"/>
                </a:lnTo>
                <a:lnTo>
                  <a:pt x="481396" y="1665514"/>
                </a:lnTo>
                <a:lnTo>
                  <a:pt x="520853" y="1567543"/>
                </a:lnTo>
                <a:lnTo>
                  <a:pt x="568425" y="1469571"/>
                </a:lnTo>
                <a:lnTo>
                  <a:pt x="625083" y="1371600"/>
                </a:lnTo>
                <a:lnTo>
                  <a:pt x="691513" y="1273629"/>
                </a:lnTo>
                <a:lnTo>
                  <a:pt x="768045" y="1175657"/>
                </a:lnTo>
                <a:lnTo>
                  <a:pt x="854609" y="1077686"/>
                </a:lnTo>
                <a:lnTo>
                  <a:pt x="950706" y="979714"/>
                </a:lnTo>
                <a:lnTo>
                  <a:pt x="1055402" y="881743"/>
                </a:lnTo>
                <a:lnTo>
                  <a:pt x="1167339" y="783771"/>
                </a:lnTo>
                <a:lnTo>
                  <a:pt x="1284776" y="685800"/>
                </a:lnTo>
                <a:lnTo>
                  <a:pt x="1405627" y="587829"/>
                </a:lnTo>
                <a:lnTo>
                  <a:pt x="1527531" y="489857"/>
                </a:lnTo>
                <a:lnTo>
                  <a:pt x="1647926" y="391886"/>
                </a:lnTo>
                <a:lnTo>
                  <a:pt x="1764128" y="293914"/>
                </a:lnTo>
                <a:lnTo>
                  <a:pt x="1873427" y="195943"/>
                </a:lnTo>
                <a:lnTo>
                  <a:pt x="1973173" y="97971"/>
                </a:lnTo>
                <a:lnTo>
                  <a:pt x="2060876" y="0"/>
                </a:lnTo>
                <a:moveTo>
                  <a:pt x="381719" y="6858000"/>
                </a:moveTo>
                <a:lnTo>
                  <a:pt x="364554" y="6760029"/>
                </a:lnTo>
                <a:lnTo>
                  <a:pt x="316800" y="6662057"/>
                </a:lnTo>
                <a:lnTo>
                  <a:pt x="248355" y="6564086"/>
                </a:lnTo>
                <a:lnTo>
                  <a:pt x="171939" y="6466114"/>
                </a:lnTo>
                <a:lnTo>
                  <a:pt x="99284" y="6368143"/>
                </a:lnTo>
                <a:lnTo>
                  <a:pt x="38398" y="6270171"/>
                </a:lnTo>
                <a:lnTo>
                  <a:pt x="-7328" y="6172200"/>
                </a:lnTo>
                <a:lnTo>
                  <a:pt x="-38371" y="6074229"/>
                </a:lnTo>
                <a:lnTo>
                  <a:pt x="-57468" y="5976257"/>
                </a:lnTo>
                <a:lnTo>
                  <a:pt x="-68023" y="5878286"/>
                </a:lnTo>
                <a:lnTo>
                  <a:pt x="-73027" y="5780314"/>
                </a:lnTo>
                <a:lnTo>
                  <a:pt x="-74582" y="5682343"/>
                </a:lnTo>
                <a:lnTo>
                  <a:pt x="-73872" y="5584371"/>
                </a:lnTo>
                <a:lnTo>
                  <a:pt x="-71329" y="5486400"/>
                </a:lnTo>
                <a:lnTo>
                  <a:pt x="-66854" y="5388429"/>
                </a:lnTo>
                <a:lnTo>
                  <a:pt x="-59974" y="5290457"/>
                </a:lnTo>
                <a:lnTo>
                  <a:pt x="-49974" y="5192486"/>
                </a:lnTo>
                <a:lnTo>
                  <a:pt x="-35977" y="5094514"/>
                </a:lnTo>
                <a:lnTo>
                  <a:pt x="-17053" y="4996543"/>
                </a:lnTo>
                <a:lnTo>
                  <a:pt x="7674" y="4898571"/>
                </a:lnTo>
                <a:lnTo>
                  <a:pt x="38873" y="4800600"/>
                </a:lnTo>
                <a:lnTo>
                  <a:pt x="76844" y="4702629"/>
                </a:lnTo>
                <a:lnTo>
                  <a:pt x="121352" y="4604657"/>
                </a:lnTo>
                <a:lnTo>
                  <a:pt x="171501" y="4506686"/>
                </a:lnTo>
                <a:lnTo>
                  <a:pt x="225666" y="4408714"/>
                </a:lnTo>
                <a:lnTo>
                  <a:pt x="281536" y="4310743"/>
                </a:lnTo>
                <a:lnTo>
                  <a:pt x="336268" y="4212771"/>
                </a:lnTo>
                <a:lnTo>
                  <a:pt x="386747" y="4114800"/>
                </a:lnTo>
                <a:lnTo>
                  <a:pt x="429938" y="4016829"/>
                </a:lnTo>
                <a:lnTo>
                  <a:pt x="463267" y="3918857"/>
                </a:lnTo>
                <a:lnTo>
                  <a:pt x="484964" y="3820886"/>
                </a:lnTo>
                <a:lnTo>
                  <a:pt x="494321" y="3722914"/>
                </a:lnTo>
                <a:lnTo>
                  <a:pt x="491794" y="3624943"/>
                </a:lnTo>
                <a:lnTo>
                  <a:pt x="478945" y="3526971"/>
                </a:lnTo>
                <a:lnTo>
                  <a:pt x="458216" y="3429000"/>
                </a:lnTo>
                <a:lnTo>
                  <a:pt x="432594" y="3331029"/>
                </a:lnTo>
                <a:lnTo>
                  <a:pt x="405217" y="3233057"/>
                </a:lnTo>
                <a:lnTo>
                  <a:pt x="378991" y="3135086"/>
                </a:lnTo>
                <a:lnTo>
                  <a:pt x="356286" y="3037114"/>
                </a:lnTo>
                <a:lnTo>
                  <a:pt x="338739" y="2939143"/>
                </a:lnTo>
                <a:lnTo>
                  <a:pt x="327202" y="2841171"/>
                </a:lnTo>
                <a:lnTo>
                  <a:pt x="321803" y="2743200"/>
                </a:lnTo>
                <a:lnTo>
                  <a:pt x="322108" y="2645229"/>
                </a:lnTo>
                <a:lnTo>
                  <a:pt x="327332" y="2547257"/>
                </a:lnTo>
                <a:lnTo>
                  <a:pt x="336574" y="2449286"/>
                </a:lnTo>
                <a:lnTo>
                  <a:pt x="349018" y="2351314"/>
                </a:lnTo>
                <a:lnTo>
                  <a:pt x="364103" y="2253343"/>
                </a:lnTo>
                <a:lnTo>
                  <a:pt x="381621" y="2155371"/>
                </a:lnTo>
                <a:lnTo>
                  <a:pt x="401763" y="2057400"/>
                </a:lnTo>
                <a:lnTo>
                  <a:pt x="425105" y="1959429"/>
                </a:lnTo>
                <a:lnTo>
                  <a:pt x="452550" y="1861457"/>
                </a:lnTo>
                <a:lnTo>
                  <a:pt x="485236" y="1763486"/>
                </a:lnTo>
                <a:lnTo>
                  <a:pt x="524426" y="1665514"/>
                </a:lnTo>
                <a:lnTo>
                  <a:pt x="571390" y="1567543"/>
                </a:lnTo>
                <a:lnTo>
                  <a:pt x="627289" y="1469571"/>
                </a:lnTo>
                <a:lnTo>
                  <a:pt x="693064" y="1371600"/>
                </a:lnTo>
                <a:lnTo>
                  <a:pt x="769348" y="1273629"/>
                </a:lnTo>
                <a:lnTo>
                  <a:pt x="856396" y="1175657"/>
                </a:lnTo>
                <a:lnTo>
                  <a:pt x="954029" y="1077686"/>
                </a:lnTo>
                <a:lnTo>
                  <a:pt x="1061611" y="979714"/>
                </a:lnTo>
                <a:lnTo>
                  <a:pt x="1178045" y="881743"/>
                </a:lnTo>
                <a:lnTo>
                  <a:pt x="1301784" y="783771"/>
                </a:lnTo>
                <a:lnTo>
                  <a:pt x="1430875" y="685800"/>
                </a:lnTo>
                <a:lnTo>
                  <a:pt x="1563006" y="587829"/>
                </a:lnTo>
                <a:lnTo>
                  <a:pt x="1695583" y="489857"/>
                </a:lnTo>
                <a:lnTo>
                  <a:pt x="1825805" y="391886"/>
                </a:lnTo>
                <a:lnTo>
                  <a:pt x="1950761" y="293914"/>
                </a:lnTo>
                <a:lnTo>
                  <a:pt x="2067527" y="195943"/>
                </a:lnTo>
                <a:lnTo>
                  <a:pt x="2173268" y="97971"/>
                </a:lnTo>
                <a:lnTo>
                  <a:pt x="2265334" y="0"/>
                </a:lnTo>
                <a:moveTo>
                  <a:pt x="418982" y="6858000"/>
                </a:moveTo>
                <a:lnTo>
                  <a:pt x="400430" y="6760029"/>
                </a:lnTo>
                <a:lnTo>
                  <a:pt x="348815" y="6662057"/>
                </a:lnTo>
                <a:lnTo>
                  <a:pt x="274837" y="6564086"/>
                </a:lnTo>
                <a:lnTo>
                  <a:pt x="192244" y="6466114"/>
                </a:lnTo>
                <a:lnTo>
                  <a:pt x="113715" y="6368143"/>
                </a:lnTo>
                <a:lnTo>
                  <a:pt x="47908" y="6270171"/>
                </a:lnTo>
                <a:lnTo>
                  <a:pt x="-1515" y="6172200"/>
                </a:lnTo>
                <a:lnTo>
                  <a:pt x="-35067" y="6074229"/>
                </a:lnTo>
                <a:lnTo>
                  <a:pt x="-55707" y="5976257"/>
                </a:lnTo>
                <a:lnTo>
                  <a:pt x="-67116" y="5878286"/>
                </a:lnTo>
                <a:lnTo>
                  <a:pt x="-72525" y="5780314"/>
                </a:lnTo>
                <a:lnTo>
                  <a:pt x="-74207" y="5682343"/>
                </a:lnTo>
                <a:lnTo>
                  <a:pt x="-73440" y="5584371"/>
                </a:lnTo>
                <a:lnTo>
                  <a:pt x="-70694" y="5486400"/>
                </a:lnTo>
                <a:lnTo>
                  <a:pt x="-65860" y="5388429"/>
                </a:lnTo>
                <a:lnTo>
                  <a:pt x="-58431" y="5290457"/>
                </a:lnTo>
                <a:lnTo>
                  <a:pt x="-47630" y="5192486"/>
                </a:lnTo>
                <a:lnTo>
                  <a:pt x="-32516" y="5094514"/>
                </a:lnTo>
                <a:lnTo>
                  <a:pt x="-12083" y="4996543"/>
                </a:lnTo>
                <a:lnTo>
                  <a:pt x="14612" y="4898571"/>
                </a:lnTo>
                <a:lnTo>
                  <a:pt x="48288" y="4800600"/>
                </a:lnTo>
                <a:lnTo>
                  <a:pt x="89262" y="4702629"/>
                </a:lnTo>
                <a:lnTo>
                  <a:pt x="137275" y="4604657"/>
                </a:lnTo>
                <a:lnTo>
                  <a:pt x="191346" y="4506686"/>
                </a:lnTo>
                <a:lnTo>
                  <a:pt x="249710" y="4408714"/>
                </a:lnTo>
                <a:lnTo>
                  <a:pt x="309855" y="4310743"/>
                </a:lnTo>
                <a:lnTo>
                  <a:pt x="368692" y="4212771"/>
                </a:lnTo>
                <a:lnTo>
                  <a:pt x="422837" y="4114800"/>
                </a:lnTo>
                <a:lnTo>
                  <a:pt x="468992" y="4016829"/>
                </a:lnTo>
                <a:lnTo>
                  <a:pt x="504355" y="3918857"/>
                </a:lnTo>
                <a:lnTo>
                  <a:pt x="527000" y="3820886"/>
                </a:lnTo>
                <a:lnTo>
                  <a:pt x="536146" y="3722914"/>
                </a:lnTo>
                <a:lnTo>
                  <a:pt x="532281" y="3624943"/>
                </a:lnTo>
                <a:lnTo>
                  <a:pt x="517091" y="3526971"/>
                </a:lnTo>
                <a:lnTo>
                  <a:pt x="493226" y="3429000"/>
                </a:lnTo>
                <a:lnTo>
                  <a:pt x="463936" y="3331029"/>
                </a:lnTo>
                <a:lnTo>
                  <a:pt x="432648" y="3233057"/>
                </a:lnTo>
                <a:lnTo>
                  <a:pt x="402550" y="3135086"/>
                </a:lnTo>
                <a:lnTo>
                  <a:pt x="376262" y="3037114"/>
                </a:lnTo>
                <a:lnTo>
                  <a:pt x="355627" y="2939143"/>
                </a:lnTo>
                <a:lnTo>
                  <a:pt x="341646" y="2841171"/>
                </a:lnTo>
                <a:lnTo>
                  <a:pt x="334541" y="2743200"/>
                </a:lnTo>
                <a:lnTo>
                  <a:pt x="333927" y="2645229"/>
                </a:lnTo>
                <a:lnTo>
                  <a:pt x="339036" y="2547257"/>
                </a:lnTo>
                <a:lnTo>
                  <a:pt x="348962" y="2449286"/>
                </a:lnTo>
                <a:lnTo>
                  <a:pt x="362878" y="2351314"/>
                </a:lnTo>
                <a:lnTo>
                  <a:pt x="380212" y="2253343"/>
                </a:lnTo>
                <a:lnTo>
                  <a:pt x="400754" y="2155371"/>
                </a:lnTo>
                <a:lnTo>
                  <a:pt x="424700" y="2057400"/>
                </a:lnTo>
                <a:lnTo>
                  <a:pt x="452640" y="1959429"/>
                </a:lnTo>
                <a:lnTo>
                  <a:pt x="485496" y="1861457"/>
                </a:lnTo>
                <a:lnTo>
                  <a:pt x="524424" y="1763486"/>
                </a:lnTo>
                <a:lnTo>
                  <a:pt x="570702" y="1665514"/>
                </a:lnTo>
                <a:lnTo>
                  <a:pt x="625601" y="1567543"/>
                </a:lnTo>
                <a:lnTo>
                  <a:pt x="690264" y="1469571"/>
                </a:lnTo>
                <a:lnTo>
                  <a:pt x="765599" y="1371600"/>
                </a:lnTo>
                <a:lnTo>
                  <a:pt x="852175" y="1273629"/>
                </a:lnTo>
                <a:lnTo>
                  <a:pt x="950156" y="1175657"/>
                </a:lnTo>
                <a:lnTo>
                  <a:pt x="1059244" y="1077686"/>
                </a:lnTo>
                <a:lnTo>
                  <a:pt x="1178655" y="979714"/>
                </a:lnTo>
                <a:lnTo>
                  <a:pt x="1307111" y="881743"/>
                </a:lnTo>
                <a:lnTo>
                  <a:pt x="1442866" y="783771"/>
                </a:lnTo>
                <a:lnTo>
                  <a:pt x="1583744" y="685800"/>
                </a:lnTo>
                <a:lnTo>
                  <a:pt x="1727197" y="587829"/>
                </a:lnTo>
                <a:lnTo>
                  <a:pt x="1870387" y="489857"/>
                </a:lnTo>
                <a:lnTo>
                  <a:pt x="2010274" y="391886"/>
                </a:lnTo>
                <a:lnTo>
                  <a:pt x="2143717" y="293914"/>
                </a:lnTo>
                <a:lnTo>
                  <a:pt x="2267581" y="195943"/>
                </a:lnTo>
                <a:lnTo>
                  <a:pt x="2378849" y="97971"/>
                </a:lnTo>
                <a:lnTo>
                  <a:pt x="2474725" y="0"/>
                </a:lnTo>
                <a:moveTo>
                  <a:pt x="456745" y="6858000"/>
                </a:moveTo>
                <a:lnTo>
                  <a:pt x="436787" y="6760029"/>
                </a:lnTo>
                <a:lnTo>
                  <a:pt x="381261" y="6662057"/>
                </a:lnTo>
                <a:lnTo>
                  <a:pt x="301675" y="6564086"/>
                </a:lnTo>
                <a:lnTo>
                  <a:pt x="212821" y="6466114"/>
                </a:lnTo>
                <a:lnTo>
                  <a:pt x="128341" y="6368143"/>
                </a:lnTo>
                <a:lnTo>
                  <a:pt x="57546" y="6270171"/>
                </a:lnTo>
                <a:lnTo>
                  <a:pt x="4377" y="6172200"/>
                </a:lnTo>
                <a:lnTo>
                  <a:pt x="-31718" y="6074229"/>
                </a:lnTo>
                <a:lnTo>
                  <a:pt x="-53923" y="5976257"/>
                </a:lnTo>
                <a:lnTo>
                  <a:pt x="-66197" y="5878286"/>
                </a:lnTo>
                <a:lnTo>
                  <a:pt x="-72016" y="5780314"/>
                </a:lnTo>
                <a:lnTo>
                  <a:pt x="-73826" y="5682343"/>
                </a:lnTo>
                <a:lnTo>
                  <a:pt x="-73003" y="5584371"/>
                </a:lnTo>
                <a:lnTo>
                  <a:pt x="-70051" y="5486400"/>
                </a:lnTo>
                <a:lnTo>
                  <a:pt x="-64854" y="5388429"/>
                </a:lnTo>
                <a:lnTo>
                  <a:pt x="-56866" y="5290457"/>
                </a:lnTo>
                <a:lnTo>
                  <a:pt x="-45255" y="5192486"/>
                </a:lnTo>
                <a:lnTo>
                  <a:pt x="-29008" y="5094514"/>
                </a:lnTo>
                <a:lnTo>
                  <a:pt x="-7045" y="4996543"/>
                </a:lnTo>
                <a:lnTo>
                  <a:pt x="21644" y="4898571"/>
                </a:lnTo>
                <a:lnTo>
                  <a:pt x="57829" y="4800600"/>
                </a:lnTo>
                <a:lnTo>
                  <a:pt x="101848" y="4702629"/>
                </a:lnTo>
                <a:lnTo>
                  <a:pt x="153412" y="4604657"/>
                </a:lnTo>
                <a:lnTo>
                  <a:pt x="211459" y="4506686"/>
                </a:lnTo>
                <a:lnTo>
                  <a:pt x="274079" y="4408714"/>
                </a:lnTo>
                <a:lnTo>
                  <a:pt x="338557" y="4310743"/>
                </a:lnTo>
                <a:lnTo>
                  <a:pt x="401555" y="4212771"/>
                </a:lnTo>
                <a:lnTo>
                  <a:pt x="459417" y="4114800"/>
                </a:lnTo>
                <a:lnTo>
                  <a:pt x="508579" y="4016829"/>
                </a:lnTo>
                <a:lnTo>
                  <a:pt x="546009" y="3918857"/>
                </a:lnTo>
                <a:lnTo>
                  <a:pt x="569619" y="3820886"/>
                </a:lnTo>
                <a:lnTo>
                  <a:pt x="578560" y="3722914"/>
                </a:lnTo>
                <a:lnTo>
                  <a:pt x="573348" y="3624943"/>
                </a:lnTo>
                <a:lnTo>
                  <a:pt x="555798" y="3526971"/>
                </a:lnTo>
                <a:lnTo>
                  <a:pt x="528771" y="3429000"/>
                </a:lnTo>
                <a:lnTo>
                  <a:pt x="495787" y="3331029"/>
                </a:lnTo>
                <a:lnTo>
                  <a:pt x="460563" y="3233057"/>
                </a:lnTo>
                <a:lnTo>
                  <a:pt x="426576" y="3135086"/>
                </a:lnTo>
                <a:lnTo>
                  <a:pt x="396702" y="3037114"/>
                </a:lnTo>
                <a:lnTo>
                  <a:pt x="372995" y="2939143"/>
                </a:lnTo>
                <a:lnTo>
                  <a:pt x="356606" y="2841171"/>
                </a:lnTo>
                <a:lnTo>
                  <a:pt x="347857" y="2743200"/>
                </a:lnTo>
                <a:lnTo>
                  <a:pt x="346414" y="2645229"/>
                </a:lnTo>
                <a:lnTo>
                  <a:pt x="351528" y="2547257"/>
                </a:lnTo>
                <a:lnTo>
                  <a:pt x="362290" y="2449286"/>
                </a:lnTo>
                <a:lnTo>
                  <a:pt x="377865" y="2351314"/>
                </a:lnTo>
                <a:lnTo>
                  <a:pt x="397670" y="2253343"/>
                </a:lnTo>
                <a:lnTo>
                  <a:pt x="421492" y="2155371"/>
                </a:lnTo>
                <a:lnTo>
                  <a:pt x="449534" y="2057400"/>
                </a:lnTo>
                <a:lnTo>
                  <a:pt x="482399" y="1959429"/>
                </a:lnTo>
                <a:lnTo>
                  <a:pt x="521026" y="1861457"/>
                </a:lnTo>
                <a:lnTo>
                  <a:pt x="566586" y="1763486"/>
                </a:lnTo>
                <a:lnTo>
                  <a:pt x="620364" y="1665514"/>
                </a:lnTo>
                <a:lnTo>
                  <a:pt x="683627" y="1567543"/>
                </a:lnTo>
                <a:lnTo>
                  <a:pt x="757497" y="1469571"/>
                </a:lnTo>
                <a:lnTo>
                  <a:pt x="842832" y="1371600"/>
                </a:lnTo>
                <a:lnTo>
                  <a:pt x="940131" y="1273629"/>
                </a:lnTo>
                <a:lnTo>
                  <a:pt x="1049453" y="1175657"/>
                </a:lnTo>
                <a:lnTo>
                  <a:pt x="1170368" y="1077686"/>
                </a:lnTo>
                <a:lnTo>
                  <a:pt x="1301928" y="979714"/>
                </a:lnTo>
                <a:lnTo>
                  <a:pt x="1442666" y="881743"/>
                </a:lnTo>
                <a:lnTo>
                  <a:pt x="1590620" y="783771"/>
                </a:lnTo>
                <a:lnTo>
                  <a:pt x="1743380" y="685800"/>
                </a:lnTo>
                <a:lnTo>
                  <a:pt x="1898155" y="587829"/>
                </a:lnTo>
                <a:lnTo>
                  <a:pt x="2051857" y="489857"/>
                </a:lnTo>
                <a:lnTo>
                  <a:pt x="2201202" y="391886"/>
                </a:lnTo>
                <a:lnTo>
                  <a:pt x="2342819" y="293914"/>
                </a:lnTo>
                <a:lnTo>
                  <a:pt x="2473366" y="195943"/>
                </a:lnTo>
                <a:lnTo>
                  <a:pt x="2589650" y="97971"/>
                </a:lnTo>
                <a:lnTo>
                  <a:pt x="2688742" y="0"/>
                </a:lnTo>
                <a:moveTo>
                  <a:pt x="494984" y="6858000"/>
                </a:moveTo>
                <a:lnTo>
                  <a:pt x="473602" y="6760029"/>
                </a:lnTo>
                <a:lnTo>
                  <a:pt x="414114" y="6662057"/>
                </a:lnTo>
                <a:lnTo>
                  <a:pt x="328851" y="6564086"/>
                </a:lnTo>
                <a:lnTo>
                  <a:pt x="233658" y="6466114"/>
                </a:lnTo>
                <a:lnTo>
                  <a:pt x="143151" y="6368143"/>
                </a:lnTo>
                <a:lnTo>
                  <a:pt x="67305" y="6270171"/>
                </a:lnTo>
                <a:lnTo>
                  <a:pt x="10343" y="6172200"/>
                </a:lnTo>
                <a:lnTo>
                  <a:pt x="-28328" y="6074229"/>
                </a:lnTo>
                <a:lnTo>
                  <a:pt x="-52117" y="5976257"/>
                </a:lnTo>
                <a:lnTo>
                  <a:pt x="-65266" y="5878286"/>
                </a:lnTo>
                <a:lnTo>
                  <a:pt x="-71501" y="5780314"/>
                </a:lnTo>
                <a:lnTo>
                  <a:pt x="-73441" y="5682343"/>
                </a:lnTo>
                <a:lnTo>
                  <a:pt x="-72560" y="5584371"/>
                </a:lnTo>
                <a:lnTo>
                  <a:pt x="-69399" y="5486400"/>
                </a:lnTo>
                <a:lnTo>
                  <a:pt x="-63834" y="5388429"/>
                </a:lnTo>
                <a:lnTo>
                  <a:pt x="-55282" y="5290457"/>
                </a:lnTo>
                <a:lnTo>
                  <a:pt x="-42850" y="5192486"/>
                </a:lnTo>
                <a:lnTo>
                  <a:pt x="-25456" y="5094514"/>
                </a:lnTo>
                <a:lnTo>
                  <a:pt x="-1944" y="4996543"/>
                </a:lnTo>
                <a:lnTo>
                  <a:pt x="28764" y="4898571"/>
                </a:lnTo>
                <a:lnTo>
                  <a:pt x="67491" y="4800600"/>
                </a:lnTo>
                <a:lnTo>
                  <a:pt x="114592" y="4702629"/>
                </a:lnTo>
                <a:lnTo>
                  <a:pt x="169753" y="4604657"/>
                </a:lnTo>
                <a:lnTo>
                  <a:pt x="231827" y="4506686"/>
                </a:lnTo>
                <a:lnTo>
                  <a:pt x="298757" y="4408714"/>
                </a:lnTo>
                <a:lnTo>
                  <a:pt x="367625" y="4310743"/>
                </a:lnTo>
                <a:lnTo>
                  <a:pt x="434838" y="4212771"/>
                </a:lnTo>
                <a:lnTo>
                  <a:pt x="496466" y="4114800"/>
                </a:lnTo>
                <a:lnTo>
                  <a:pt x="548675" y="4016829"/>
                </a:lnTo>
                <a:lnTo>
                  <a:pt x="588202" y="3918857"/>
                </a:lnTo>
                <a:lnTo>
                  <a:pt x="612795" y="3820886"/>
                </a:lnTo>
                <a:lnTo>
                  <a:pt x="621536" y="3722914"/>
                </a:lnTo>
                <a:lnTo>
                  <a:pt x="614970" y="3624943"/>
                </a:lnTo>
                <a:lnTo>
                  <a:pt x="595045" y="3526971"/>
                </a:lnTo>
                <a:lnTo>
                  <a:pt x="564836" y="3429000"/>
                </a:lnTo>
                <a:lnTo>
                  <a:pt x="528134" y="3331029"/>
                </a:lnTo>
                <a:lnTo>
                  <a:pt x="488955" y="3233057"/>
                </a:lnTo>
                <a:lnTo>
                  <a:pt x="451069" y="3135086"/>
                </a:lnTo>
                <a:lnTo>
                  <a:pt x="417615" y="3037114"/>
                </a:lnTo>
                <a:lnTo>
                  <a:pt x="390857" y="2939143"/>
                </a:lnTo>
                <a:lnTo>
                  <a:pt x="372105" y="2841171"/>
                </a:lnTo>
                <a:lnTo>
                  <a:pt x="361782" y="2743200"/>
                </a:lnTo>
                <a:lnTo>
                  <a:pt x="359609" y="2645229"/>
                </a:lnTo>
                <a:lnTo>
                  <a:pt x="364858" y="2547257"/>
                </a:lnTo>
                <a:lnTo>
                  <a:pt x="376620" y="2449286"/>
                </a:lnTo>
                <a:lnTo>
                  <a:pt x="394050" y="2351314"/>
                </a:lnTo>
                <a:lnTo>
                  <a:pt x="416558" y="2253343"/>
                </a:lnTo>
                <a:lnTo>
                  <a:pt x="443929" y="2155371"/>
                </a:lnTo>
                <a:lnTo>
                  <a:pt x="476371" y="2057400"/>
                </a:lnTo>
                <a:lnTo>
                  <a:pt x="514499" y="1959429"/>
                </a:lnTo>
                <a:lnTo>
                  <a:pt x="559266" y="1861457"/>
                </a:lnTo>
                <a:lnTo>
                  <a:pt x="611855" y="1763486"/>
                </a:lnTo>
                <a:lnTo>
                  <a:pt x="673554" y="1665514"/>
                </a:lnTo>
                <a:lnTo>
                  <a:pt x="745618" y="1567543"/>
                </a:lnTo>
                <a:lnTo>
                  <a:pt x="829136" y="1469571"/>
                </a:lnTo>
                <a:lnTo>
                  <a:pt x="924911" y="1371600"/>
                </a:lnTo>
                <a:lnTo>
                  <a:pt x="1033355" y="1273629"/>
                </a:lnTo>
                <a:lnTo>
                  <a:pt x="1154414" y="1175657"/>
                </a:lnTo>
                <a:lnTo>
                  <a:pt x="1287510" y="1077686"/>
                </a:lnTo>
                <a:lnTo>
                  <a:pt x="1431518" y="979714"/>
                </a:lnTo>
                <a:lnTo>
                  <a:pt x="1584768" y="881743"/>
                </a:lnTo>
                <a:lnTo>
                  <a:pt x="1745072" y="783771"/>
                </a:lnTo>
                <a:lnTo>
                  <a:pt x="1909774" y="685800"/>
                </a:lnTo>
                <a:lnTo>
                  <a:pt x="2075831" y="587829"/>
                </a:lnTo>
                <a:lnTo>
                  <a:pt x="2239900" y="489857"/>
                </a:lnTo>
                <a:lnTo>
                  <a:pt x="2398451" y="391886"/>
                </a:lnTo>
                <a:lnTo>
                  <a:pt x="2547883" y="293914"/>
                </a:lnTo>
                <a:lnTo>
                  <a:pt x="2684654" y="195943"/>
                </a:lnTo>
                <a:lnTo>
                  <a:pt x="2805404" y="97971"/>
                </a:lnTo>
                <a:lnTo>
                  <a:pt x="2907079" y="0"/>
                </a:lnTo>
                <a:moveTo>
                  <a:pt x="533675" y="6858000"/>
                </a:moveTo>
                <a:lnTo>
                  <a:pt x="510852" y="6760029"/>
                </a:lnTo>
                <a:lnTo>
                  <a:pt x="447356" y="6662057"/>
                </a:lnTo>
                <a:lnTo>
                  <a:pt x="356349" y="6564086"/>
                </a:lnTo>
                <a:lnTo>
                  <a:pt x="254741" y="6466114"/>
                </a:lnTo>
                <a:lnTo>
                  <a:pt x="158136" y="6368143"/>
                </a:lnTo>
                <a:lnTo>
                  <a:pt x="77180" y="6270171"/>
                </a:lnTo>
                <a:lnTo>
                  <a:pt x="16379" y="6172200"/>
                </a:lnTo>
                <a:lnTo>
                  <a:pt x="-24897" y="6074229"/>
                </a:lnTo>
                <a:lnTo>
                  <a:pt x="-50289" y="5976257"/>
                </a:lnTo>
                <a:lnTo>
                  <a:pt x="-64325" y="5878286"/>
                </a:lnTo>
                <a:lnTo>
                  <a:pt x="-70980" y="5780314"/>
                </a:lnTo>
                <a:lnTo>
                  <a:pt x="-73051" y="5682343"/>
                </a:lnTo>
                <a:lnTo>
                  <a:pt x="-72111" y="5584371"/>
                </a:lnTo>
                <a:lnTo>
                  <a:pt x="-68740" y="5486400"/>
                </a:lnTo>
                <a:lnTo>
                  <a:pt x="-62803" y="5388429"/>
                </a:lnTo>
                <a:lnTo>
                  <a:pt x="-53678" y="5290457"/>
                </a:lnTo>
                <a:lnTo>
                  <a:pt x="-40416" y="5192486"/>
                </a:lnTo>
                <a:lnTo>
                  <a:pt x="-21861" y="5094514"/>
                </a:lnTo>
                <a:lnTo>
                  <a:pt x="3217" y="4996543"/>
                </a:lnTo>
                <a:lnTo>
                  <a:pt x="35970" y="4898571"/>
                </a:lnTo>
                <a:lnTo>
                  <a:pt x="77269" y="4800600"/>
                </a:lnTo>
                <a:lnTo>
                  <a:pt x="127489" y="4702629"/>
                </a:lnTo>
                <a:lnTo>
                  <a:pt x="186289" y="4604657"/>
                </a:lnTo>
                <a:lnTo>
                  <a:pt x="252438" y="4506686"/>
                </a:lnTo>
                <a:lnTo>
                  <a:pt x="323731" y="4408714"/>
                </a:lnTo>
                <a:lnTo>
                  <a:pt x="397040" y="4310743"/>
                </a:lnTo>
                <a:lnTo>
                  <a:pt x="468520" y="4212771"/>
                </a:lnTo>
                <a:lnTo>
                  <a:pt x="533962" y="4114800"/>
                </a:lnTo>
                <a:lnTo>
                  <a:pt x="589257" y="4016829"/>
                </a:lnTo>
                <a:lnTo>
                  <a:pt x="630910" y="3918857"/>
                </a:lnTo>
                <a:lnTo>
                  <a:pt x="656506" y="3820886"/>
                </a:lnTo>
                <a:lnTo>
                  <a:pt x="665052" y="3722914"/>
                </a:lnTo>
                <a:lnTo>
                  <a:pt x="657128" y="3624943"/>
                </a:lnTo>
                <a:lnTo>
                  <a:pt x="634815" y="3526971"/>
                </a:lnTo>
                <a:lnTo>
                  <a:pt x="601407" y="3429000"/>
                </a:lnTo>
                <a:lnTo>
                  <a:pt x="560969" y="3331029"/>
                </a:lnTo>
                <a:lnTo>
                  <a:pt x="517822" y="3233057"/>
                </a:lnTo>
                <a:lnTo>
                  <a:pt x="476034" y="3135086"/>
                </a:lnTo>
                <a:lnTo>
                  <a:pt x="439009" y="3037114"/>
                </a:lnTo>
                <a:lnTo>
                  <a:pt x="409230" y="2939143"/>
                </a:lnTo>
                <a:lnTo>
                  <a:pt x="388167" y="2841171"/>
                </a:lnTo>
                <a:lnTo>
                  <a:pt x="376349" y="2743200"/>
                </a:lnTo>
                <a:lnTo>
                  <a:pt x="373554" y="2645229"/>
                </a:lnTo>
                <a:lnTo>
                  <a:pt x="379078" y="2547257"/>
                </a:lnTo>
                <a:lnTo>
                  <a:pt x="392012" y="2449286"/>
                </a:lnTo>
                <a:lnTo>
                  <a:pt x="411506" y="2351314"/>
                </a:lnTo>
                <a:lnTo>
                  <a:pt x="436962" y="2253343"/>
                </a:lnTo>
                <a:lnTo>
                  <a:pt x="468162" y="2155371"/>
                </a:lnTo>
                <a:lnTo>
                  <a:pt x="505320" y="2057400"/>
                </a:lnTo>
                <a:lnTo>
                  <a:pt x="549060" y="1959429"/>
                </a:lnTo>
                <a:lnTo>
                  <a:pt x="600348" y="1861457"/>
                </a:lnTo>
                <a:lnTo>
                  <a:pt x="660372" y="1763486"/>
                </a:lnTo>
                <a:lnTo>
                  <a:pt x="730419" y="1665514"/>
                </a:lnTo>
                <a:lnTo>
                  <a:pt x="811722" y="1567543"/>
                </a:lnTo>
                <a:lnTo>
                  <a:pt x="905331" y="1469571"/>
                </a:lnTo>
                <a:lnTo>
                  <a:pt x="1011981" y="1371600"/>
                </a:lnTo>
                <a:lnTo>
                  <a:pt x="1131986" y="1273629"/>
                </a:lnTo>
                <a:lnTo>
                  <a:pt x="1265164" y="1175657"/>
                </a:lnTo>
                <a:lnTo>
                  <a:pt x="1410777" y="1077686"/>
                </a:lnTo>
                <a:lnTo>
                  <a:pt x="1567510" y="979714"/>
                </a:lnTo>
                <a:lnTo>
                  <a:pt x="1733475" y="881743"/>
                </a:lnTo>
                <a:lnTo>
                  <a:pt x="1906245" y="783771"/>
                </a:lnTo>
                <a:lnTo>
                  <a:pt x="2082912" y="685800"/>
                </a:lnTo>
                <a:lnTo>
                  <a:pt x="2260170" y="587829"/>
                </a:lnTo>
                <a:lnTo>
                  <a:pt x="2434418" y="489857"/>
                </a:lnTo>
                <a:lnTo>
                  <a:pt x="2601877" y="391886"/>
                </a:lnTo>
                <a:lnTo>
                  <a:pt x="2758722" y="293914"/>
                </a:lnTo>
                <a:lnTo>
                  <a:pt x="2901215" y="195943"/>
                </a:lnTo>
                <a:lnTo>
                  <a:pt x="3025838" y="97971"/>
                </a:lnTo>
                <a:lnTo>
                  <a:pt x="3129429" y="0"/>
                </a:lnTo>
                <a:moveTo>
                  <a:pt x="572799" y="6858000"/>
                </a:moveTo>
                <a:lnTo>
                  <a:pt x="548519" y="6760029"/>
                </a:lnTo>
                <a:lnTo>
                  <a:pt x="480970" y="6662057"/>
                </a:lnTo>
                <a:lnTo>
                  <a:pt x="384153" y="6564086"/>
                </a:lnTo>
                <a:lnTo>
                  <a:pt x="276060" y="6466114"/>
                </a:lnTo>
                <a:lnTo>
                  <a:pt x="173288" y="6368143"/>
                </a:lnTo>
                <a:lnTo>
                  <a:pt x="87165" y="6270171"/>
                </a:lnTo>
                <a:lnTo>
                  <a:pt x="22483" y="6172200"/>
                </a:lnTo>
                <a:lnTo>
                  <a:pt x="-21428" y="6074229"/>
                </a:lnTo>
                <a:lnTo>
                  <a:pt x="-48441" y="5976257"/>
                </a:lnTo>
                <a:lnTo>
                  <a:pt x="-63372" y="5878286"/>
                </a:lnTo>
                <a:lnTo>
                  <a:pt x="-70453" y="5780314"/>
                </a:lnTo>
                <a:lnTo>
                  <a:pt x="-72657" y="5682343"/>
                </a:lnTo>
                <a:lnTo>
                  <a:pt x="-71658" y="5584371"/>
                </a:lnTo>
                <a:lnTo>
                  <a:pt x="-68073" y="5486400"/>
                </a:lnTo>
                <a:lnTo>
                  <a:pt x="-61760" y="5388429"/>
                </a:lnTo>
                <a:lnTo>
                  <a:pt x="-52057" y="5290457"/>
                </a:lnTo>
                <a:lnTo>
                  <a:pt x="-37955" y="5192486"/>
                </a:lnTo>
                <a:lnTo>
                  <a:pt x="-18227" y="5094514"/>
                </a:lnTo>
                <a:lnTo>
                  <a:pt x="8437" y="4996543"/>
                </a:lnTo>
                <a:lnTo>
                  <a:pt x="43256" y="4898571"/>
                </a:lnTo>
                <a:lnTo>
                  <a:pt x="87156" y="4800600"/>
                </a:lnTo>
                <a:lnTo>
                  <a:pt x="140531" y="4702629"/>
                </a:lnTo>
                <a:lnTo>
                  <a:pt x="203012" y="4604657"/>
                </a:lnTo>
                <a:lnTo>
                  <a:pt x="273282" y="4506686"/>
                </a:lnTo>
                <a:lnTo>
                  <a:pt x="348986" y="4408714"/>
                </a:lnTo>
                <a:lnTo>
                  <a:pt x="426789" y="4310743"/>
                </a:lnTo>
                <a:lnTo>
                  <a:pt x="502586" y="4212771"/>
                </a:lnTo>
                <a:lnTo>
                  <a:pt x="571886" y="4114800"/>
                </a:lnTo>
                <a:lnTo>
                  <a:pt x="630307" y="4016829"/>
                </a:lnTo>
                <a:lnTo>
                  <a:pt x="674115" y="3918857"/>
                </a:lnTo>
                <a:lnTo>
                  <a:pt x="700731" y="3820886"/>
                </a:lnTo>
                <a:lnTo>
                  <a:pt x="709090" y="3722914"/>
                </a:lnTo>
                <a:lnTo>
                  <a:pt x="699806" y="3624943"/>
                </a:lnTo>
                <a:lnTo>
                  <a:pt x="675095" y="3526971"/>
                </a:lnTo>
                <a:lnTo>
                  <a:pt x="638473" y="3429000"/>
                </a:lnTo>
                <a:lnTo>
                  <a:pt x="594287" y="3331029"/>
                </a:lnTo>
                <a:lnTo>
                  <a:pt x="547164" y="3233057"/>
                </a:lnTo>
                <a:lnTo>
                  <a:pt x="501474" y="3135086"/>
                </a:lnTo>
                <a:lnTo>
                  <a:pt x="460896" y="3037114"/>
                </a:lnTo>
                <a:lnTo>
                  <a:pt x="428133" y="2939143"/>
                </a:lnTo>
                <a:lnTo>
                  <a:pt x="404820" y="2841171"/>
                </a:lnTo>
                <a:lnTo>
                  <a:pt x="391594" y="2743200"/>
                </a:lnTo>
                <a:lnTo>
                  <a:pt x="388296" y="2645229"/>
                </a:lnTo>
                <a:lnTo>
                  <a:pt x="394243" y="2547257"/>
                </a:lnTo>
                <a:lnTo>
                  <a:pt x="408535" y="2449286"/>
                </a:lnTo>
                <a:lnTo>
                  <a:pt x="430312" y="2351314"/>
                </a:lnTo>
                <a:lnTo>
                  <a:pt x="458971" y="2253343"/>
                </a:lnTo>
                <a:lnTo>
                  <a:pt x="494292" y="2155371"/>
                </a:lnTo>
                <a:lnTo>
                  <a:pt x="536493" y="2057400"/>
                </a:lnTo>
                <a:lnTo>
                  <a:pt x="586206" y="1959429"/>
                </a:lnTo>
                <a:lnTo>
                  <a:pt x="644404" y="1861457"/>
                </a:lnTo>
                <a:lnTo>
                  <a:pt x="712278" y="1763486"/>
                </a:lnTo>
                <a:lnTo>
                  <a:pt x="791105" y="1665514"/>
                </a:lnTo>
                <a:lnTo>
                  <a:pt x="882091" y="1567543"/>
                </a:lnTo>
                <a:lnTo>
                  <a:pt x="986233" y="1469571"/>
                </a:lnTo>
                <a:lnTo>
                  <a:pt x="1104188" y="1371600"/>
                </a:lnTo>
                <a:lnTo>
                  <a:pt x="1236161" y="1273629"/>
                </a:lnTo>
                <a:lnTo>
                  <a:pt x="1381827" y="1175657"/>
                </a:lnTo>
                <a:lnTo>
                  <a:pt x="1540274" y="1077686"/>
                </a:lnTo>
                <a:lnTo>
                  <a:pt x="1709983" y="979714"/>
                </a:lnTo>
                <a:lnTo>
                  <a:pt x="1888835" y="881743"/>
                </a:lnTo>
                <a:lnTo>
                  <a:pt x="2074155" y="783771"/>
                </a:lnTo>
                <a:lnTo>
                  <a:pt x="2262770" y="685800"/>
                </a:lnTo>
                <a:lnTo>
                  <a:pt x="2451106" y="587829"/>
                </a:lnTo>
                <a:lnTo>
                  <a:pt x="2635301" y="489857"/>
                </a:lnTo>
                <a:lnTo>
                  <a:pt x="2811329" y="391886"/>
                </a:lnTo>
                <a:lnTo>
                  <a:pt x="2975141" y="293914"/>
                </a:lnTo>
                <a:lnTo>
                  <a:pt x="3122812" y="195943"/>
                </a:lnTo>
                <a:lnTo>
                  <a:pt x="3250679" y="97971"/>
                </a:lnTo>
                <a:lnTo>
                  <a:pt x="3355482" y="0"/>
                </a:lnTo>
                <a:moveTo>
                  <a:pt x="612337" y="6858000"/>
                </a:moveTo>
                <a:lnTo>
                  <a:pt x="586585" y="6760029"/>
                </a:lnTo>
                <a:lnTo>
                  <a:pt x="514940" y="6662057"/>
                </a:lnTo>
                <a:lnTo>
                  <a:pt x="412253" y="6564086"/>
                </a:lnTo>
                <a:lnTo>
                  <a:pt x="297605" y="6466114"/>
                </a:lnTo>
                <a:lnTo>
                  <a:pt x="188601" y="6368143"/>
                </a:lnTo>
                <a:lnTo>
                  <a:pt x="97256" y="6270171"/>
                </a:lnTo>
                <a:lnTo>
                  <a:pt x="28652" y="6172200"/>
                </a:lnTo>
                <a:lnTo>
                  <a:pt x="-17922" y="6074229"/>
                </a:lnTo>
                <a:lnTo>
                  <a:pt x="-46573" y="5976257"/>
                </a:lnTo>
                <a:lnTo>
                  <a:pt x="-62410" y="5878286"/>
                </a:lnTo>
                <a:lnTo>
                  <a:pt x="-69920" y="5780314"/>
                </a:lnTo>
                <a:lnTo>
                  <a:pt x="-72259" y="5682343"/>
                </a:lnTo>
                <a:lnTo>
                  <a:pt x="-71200" y="5584371"/>
                </a:lnTo>
                <a:lnTo>
                  <a:pt x="-67399" y="5486400"/>
                </a:lnTo>
                <a:lnTo>
                  <a:pt x="-60706" y="5388429"/>
                </a:lnTo>
                <a:lnTo>
                  <a:pt x="-50419" y="5290457"/>
                </a:lnTo>
                <a:lnTo>
                  <a:pt x="-35468" y="5192486"/>
                </a:lnTo>
                <a:lnTo>
                  <a:pt x="-14553" y="5094514"/>
                </a:lnTo>
                <a:lnTo>
                  <a:pt x="13712" y="4996543"/>
                </a:lnTo>
                <a:lnTo>
                  <a:pt x="50620" y="4898571"/>
                </a:lnTo>
                <a:lnTo>
                  <a:pt x="97148" y="4800600"/>
                </a:lnTo>
                <a:lnTo>
                  <a:pt x="153711" y="4702629"/>
                </a:lnTo>
                <a:lnTo>
                  <a:pt x="219913" y="4604657"/>
                </a:lnTo>
                <a:lnTo>
                  <a:pt x="294348" y="4506686"/>
                </a:lnTo>
                <a:lnTo>
                  <a:pt x="374513" y="4408714"/>
                </a:lnTo>
                <a:lnTo>
                  <a:pt x="456857" y="4310743"/>
                </a:lnTo>
                <a:lnTo>
                  <a:pt x="537019" y="4212771"/>
                </a:lnTo>
                <a:lnTo>
                  <a:pt x="610222" y="4114800"/>
                </a:lnTo>
                <a:lnTo>
                  <a:pt x="671805" y="4016829"/>
                </a:lnTo>
                <a:lnTo>
                  <a:pt x="717798" y="3918857"/>
                </a:lnTo>
                <a:lnTo>
                  <a:pt x="745452" y="3820886"/>
                </a:lnTo>
                <a:lnTo>
                  <a:pt x="753633" y="3722914"/>
                </a:lnTo>
                <a:lnTo>
                  <a:pt x="742989" y="3624943"/>
                </a:lnTo>
                <a:lnTo>
                  <a:pt x="715873" y="3526971"/>
                </a:lnTo>
                <a:lnTo>
                  <a:pt x="676027" y="3429000"/>
                </a:lnTo>
                <a:lnTo>
                  <a:pt x="628083" y="3331029"/>
                </a:lnTo>
                <a:lnTo>
                  <a:pt x="576981" y="3233057"/>
                </a:lnTo>
                <a:lnTo>
                  <a:pt x="527399" y="3135086"/>
                </a:lnTo>
                <a:lnTo>
                  <a:pt x="483292" y="3037114"/>
                </a:lnTo>
                <a:lnTo>
                  <a:pt x="447589" y="2939143"/>
                </a:lnTo>
                <a:lnTo>
                  <a:pt x="422095" y="2841171"/>
                </a:lnTo>
                <a:lnTo>
                  <a:pt x="407558" y="2743200"/>
                </a:lnTo>
                <a:lnTo>
                  <a:pt x="403882" y="2645229"/>
                </a:lnTo>
                <a:lnTo>
                  <a:pt x="410414" y="2547257"/>
                </a:lnTo>
                <a:lnTo>
                  <a:pt x="426257" y="2449286"/>
                </a:lnTo>
                <a:lnTo>
                  <a:pt x="450549" y="2351314"/>
                </a:lnTo>
                <a:lnTo>
                  <a:pt x="482678" y="2253343"/>
                </a:lnTo>
                <a:lnTo>
                  <a:pt x="522424" y="2155371"/>
                </a:lnTo>
                <a:lnTo>
                  <a:pt x="570007" y="2057400"/>
                </a:lnTo>
                <a:lnTo>
                  <a:pt x="626064" y="1959429"/>
                </a:lnTo>
                <a:lnTo>
                  <a:pt x="691572" y="1861457"/>
                </a:lnTo>
                <a:lnTo>
                  <a:pt x="767719" y="1763486"/>
                </a:lnTo>
                <a:lnTo>
                  <a:pt x="855763" y="1665514"/>
                </a:lnTo>
                <a:lnTo>
                  <a:pt x="956876" y="1567543"/>
                </a:lnTo>
                <a:lnTo>
                  <a:pt x="1071993" y="1469571"/>
                </a:lnTo>
                <a:lnTo>
                  <a:pt x="1201678" y="1371600"/>
                </a:lnTo>
                <a:lnTo>
                  <a:pt x="1346015" y="1273629"/>
                </a:lnTo>
                <a:lnTo>
                  <a:pt x="1504522" y="1175657"/>
                </a:lnTo>
                <a:lnTo>
                  <a:pt x="1676099" y="1077686"/>
                </a:lnTo>
                <a:lnTo>
                  <a:pt x="1859008" y="979714"/>
                </a:lnTo>
                <a:lnTo>
                  <a:pt x="2050891" y="881743"/>
                </a:lnTo>
                <a:lnTo>
                  <a:pt x="2248808" y="783771"/>
                </a:lnTo>
                <a:lnTo>
                  <a:pt x="2449315" y="685800"/>
                </a:lnTo>
                <a:lnTo>
                  <a:pt x="2648567" y="587829"/>
                </a:lnTo>
                <a:lnTo>
                  <a:pt x="2842435" y="489857"/>
                </a:lnTo>
                <a:lnTo>
                  <a:pt x="3026646" y="391886"/>
                </a:lnTo>
                <a:lnTo>
                  <a:pt x="3196937" y="293914"/>
                </a:lnTo>
                <a:lnTo>
                  <a:pt x="3349201" y="195943"/>
                </a:lnTo>
                <a:lnTo>
                  <a:pt x="3479645" y="97971"/>
                </a:lnTo>
                <a:lnTo>
                  <a:pt x="3584929" y="0"/>
                </a:lnTo>
                <a:moveTo>
                  <a:pt x="652273" y="6858000"/>
                </a:moveTo>
                <a:lnTo>
                  <a:pt x="625034" y="6760029"/>
                </a:lnTo>
                <a:lnTo>
                  <a:pt x="549252" y="6662057"/>
                </a:lnTo>
                <a:lnTo>
                  <a:pt x="440634" y="6564086"/>
                </a:lnTo>
                <a:lnTo>
                  <a:pt x="319366" y="6466114"/>
                </a:lnTo>
                <a:lnTo>
                  <a:pt x="204068" y="6368143"/>
                </a:lnTo>
                <a:lnTo>
                  <a:pt x="107448" y="6270171"/>
                </a:lnTo>
                <a:lnTo>
                  <a:pt x="34883" y="6172200"/>
                </a:lnTo>
                <a:lnTo>
                  <a:pt x="-14381" y="6074229"/>
                </a:lnTo>
                <a:lnTo>
                  <a:pt x="-44687" y="5976257"/>
                </a:lnTo>
                <a:lnTo>
                  <a:pt x="-61438" y="5878286"/>
                </a:lnTo>
                <a:lnTo>
                  <a:pt x="-69382" y="5780314"/>
                </a:lnTo>
                <a:lnTo>
                  <a:pt x="-71856" y="5682343"/>
                </a:lnTo>
                <a:lnTo>
                  <a:pt x="-70738" y="5584371"/>
                </a:lnTo>
                <a:lnTo>
                  <a:pt x="-66719" y="5486400"/>
                </a:lnTo>
                <a:lnTo>
                  <a:pt x="-59641" y="5388429"/>
                </a:lnTo>
                <a:lnTo>
                  <a:pt x="-48764" y="5290457"/>
                </a:lnTo>
                <a:lnTo>
                  <a:pt x="-32956" y="5192486"/>
                </a:lnTo>
                <a:lnTo>
                  <a:pt x="-10842" y="5094514"/>
                </a:lnTo>
                <a:lnTo>
                  <a:pt x="19041" y="4996543"/>
                </a:lnTo>
                <a:lnTo>
                  <a:pt x="58058" y="4898571"/>
                </a:lnTo>
                <a:lnTo>
                  <a:pt x="107242" y="4800600"/>
                </a:lnTo>
                <a:lnTo>
                  <a:pt x="167026" y="4702629"/>
                </a:lnTo>
                <a:lnTo>
                  <a:pt x="236986" y="4604657"/>
                </a:lnTo>
                <a:lnTo>
                  <a:pt x="315629" y="4506686"/>
                </a:lnTo>
                <a:lnTo>
                  <a:pt x="400300" y="4408714"/>
                </a:lnTo>
                <a:lnTo>
                  <a:pt x="487234" y="4310743"/>
                </a:lnTo>
                <a:lnTo>
                  <a:pt x="571806" y="4212771"/>
                </a:lnTo>
                <a:lnTo>
                  <a:pt x="648955" y="4114800"/>
                </a:lnTo>
                <a:lnTo>
                  <a:pt x="713737" y="4016829"/>
                </a:lnTo>
                <a:lnTo>
                  <a:pt x="761942" y="3918857"/>
                </a:lnTo>
                <a:lnTo>
                  <a:pt x="790655" y="3820886"/>
                </a:lnTo>
                <a:lnTo>
                  <a:pt x="798667" y="3722914"/>
                </a:lnTo>
                <a:lnTo>
                  <a:pt x="786664" y="3624943"/>
                </a:lnTo>
                <a:lnTo>
                  <a:pt x="757140" y="3526971"/>
                </a:lnTo>
                <a:lnTo>
                  <a:pt x="714064" y="3429000"/>
                </a:lnTo>
                <a:lnTo>
                  <a:pt x="662357" y="3331029"/>
                </a:lnTo>
                <a:lnTo>
                  <a:pt x="607279" y="3233057"/>
                </a:lnTo>
                <a:lnTo>
                  <a:pt x="553819" y="3135086"/>
                </a:lnTo>
                <a:lnTo>
                  <a:pt x="506213" y="3037114"/>
                </a:lnTo>
                <a:lnTo>
                  <a:pt x="467622" y="2939143"/>
                </a:lnTo>
                <a:lnTo>
                  <a:pt x="440023" y="2841171"/>
                </a:lnTo>
                <a:lnTo>
                  <a:pt x="424280" y="2743200"/>
                </a:lnTo>
                <a:lnTo>
                  <a:pt x="420364" y="2645229"/>
                </a:lnTo>
                <a:lnTo>
                  <a:pt x="427652" y="2547257"/>
                </a:lnTo>
                <a:lnTo>
                  <a:pt x="445253" y="2449286"/>
                </a:lnTo>
                <a:lnTo>
                  <a:pt x="472301" y="2351314"/>
                </a:lnTo>
                <a:lnTo>
                  <a:pt x="508181" y="2253343"/>
                </a:lnTo>
                <a:lnTo>
                  <a:pt x="552668" y="2155371"/>
                </a:lnTo>
                <a:lnTo>
                  <a:pt x="605983" y="2057400"/>
                </a:lnTo>
                <a:lnTo>
                  <a:pt x="668766" y="1959429"/>
                </a:lnTo>
                <a:lnTo>
                  <a:pt x="741992" y="1861457"/>
                </a:lnTo>
                <a:lnTo>
                  <a:pt x="826841" y="1763486"/>
                </a:lnTo>
                <a:lnTo>
                  <a:pt x="924547" y="1665514"/>
                </a:lnTo>
                <a:lnTo>
                  <a:pt x="1036233" y="1567543"/>
                </a:lnTo>
                <a:lnTo>
                  <a:pt x="1162763" y="1469571"/>
                </a:lnTo>
                <a:lnTo>
                  <a:pt x="1304596" y="1371600"/>
                </a:lnTo>
                <a:lnTo>
                  <a:pt x="1461681" y="1273629"/>
                </a:lnTo>
                <a:lnTo>
                  <a:pt x="1633365" y="1175657"/>
                </a:lnTo>
                <a:lnTo>
                  <a:pt x="1818345" y="1077686"/>
                </a:lnTo>
                <a:lnTo>
                  <a:pt x="2014655" y="979714"/>
                </a:lnTo>
                <a:lnTo>
                  <a:pt x="2219677" y="881743"/>
                </a:lnTo>
                <a:lnTo>
                  <a:pt x="2430203" y="783771"/>
                </a:lnTo>
                <a:lnTo>
                  <a:pt x="2642508" y="685800"/>
                </a:lnTo>
                <a:lnTo>
                  <a:pt x="2852469" y="587829"/>
                </a:lnTo>
                <a:lnTo>
                  <a:pt x="3055691" y="489857"/>
                </a:lnTo>
                <a:lnTo>
                  <a:pt x="3247659" y="391886"/>
                </a:lnTo>
                <a:lnTo>
                  <a:pt x="3423897" y="293914"/>
                </a:lnTo>
                <a:lnTo>
                  <a:pt x="3580133" y="195943"/>
                </a:lnTo>
                <a:lnTo>
                  <a:pt x="3712452" y="97971"/>
                </a:lnTo>
                <a:lnTo>
                  <a:pt x="3817454" y="0"/>
                </a:lnTo>
              </a:path>
            </a:pathLst>
          </a:custGeom>
          <a:noFill/>
          <a:ln w="6985">
            <a:solidFill>
              <a:srgbClr val="6D4E7E"/>
            </a:solidFill>
            <a:prstDash val="solid"/>
          </a:ln>
        </p:spPr>
        <p:txBody>
          <a:bodyPr/>
          <a:p/>
        </p:txBody>
      </p:sp>
      <p:sp>
        <p:nvSpPr>
          <p:cNvPr id="30" name="Shape 28"/>
          <p:cNvSpPr/>
          <p:nvPr/>
        </p:nvSpPr>
        <p:spPr>
          <a:xfrm>
            <a:off x="685800" y="475488"/>
            <a:ext cx="146304" cy="146304"/>
          </a:xfrm>
          <a:prstGeom prst="ellipse">
            <a:avLst/>
          </a:prstGeom>
          <a:solidFill>
            <a:srgbClr val="A5A3F6"/>
          </a:solidFill>
          <a:ln/>
        </p:spPr>
        <p:txBody>
          <a:bodyPr/>
          <a:p/>
        </p:txBody>
      </p:sp>
      <p:sp>
        <p:nvSpPr>
          <p:cNvPr id="31" name="Shape 29"/>
          <p:cNvSpPr/>
          <p:nvPr/>
        </p:nvSpPr>
        <p:spPr>
          <a:xfrm>
            <a:off x="804672" y="475488"/>
            <a:ext cx="146304" cy="146304"/>
          </a:xfrm>
          <a:prstGeom prst="ellipse">
            <a:avLst/>
          </a:prstGeom>
          <a:solidFill>
            <a:srgbClr val="CA98E2"/>
          </a:solidFill>
          <a:ln/>
        </p:spPr>
        <p:txBody>
          <a:bodyPr/>
          <a:p/>
        </p:txBody>
      </p:sp>
      <p:sp>
        <p:nvSpPr>
          <p:cNvPr id="32" name="Shape 30"/>
          <p:cNvSpPr/>
          <p:nvPr/>
        </p:nvSpPr>
        <p:spPr>
          <a:xfrm>
            <a:off x="923544" y="475488"/>
            <a:ext cx="146304" cy="146304"/>
          </a:xfrm>
          <a:prstGeom prst="ellipse">
            <a:avLst/>
          </a:prstGeom>
          <a:solidFill>
            <a:srgbClr val="EF8ECD"/>
          </a:solidFill>
          <a:ln/>
        </p:spPr>
        <p:txBody>
          <a:bodyPr/>
          <a:p/>
        </p:txBody>
      </p:sp>
      <p:sp>
        <p:nvSpPr>
          <p:cNvPr id="33" name="Text 31"/>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4" name="Text 32"/>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5" name="Text 33"/>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08</a:t>
            </a:r>
            <a:endParaRPr lang="en-US" sz="1100" dirty="0"/>
          </a:p>
        </p:txBody>
      </p:sp>
      <p:sp>
        <p:nvSpPr>
          <p:cNvPr id="36" name="TextBox 35"/>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09 · Results so far</a:t>
            </a:r>
          </a:p>
        </p:txBody>
      </p:sp>
      <p:sp>
        <p:nvSpPr>
          <p:cNvPr id="37" name="TextBox 36"/>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08 · HOW WE TEST IT</a:t>
            </a:r>
          </a:p>
        </p:txBody>
      </p:sp>
      <p:sp>
        <p:nvSpPr>
          <p:cNvPr id="38" name="TextBox 37"/>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Three kinds of test, </a:t>
            </a:r>
            <a:r>
              <a:rPr sz="3400" b="1">
                <a:solidFill>
                  <a:srgbClr val="95A7FF"/>
                </a:solidFill>
                <a:latin typeface="Montserrat"/>
              </a:rPr>
              <a:t>small to real</a:t>
            </a:r>
          </a:p>
        </p:txBody>
      </p:sp>
      <p:sp>
        <p:nvSpPr>
          <p:cNvPr id="39" name="TextBox 38"/>
          <p:cNvSpPr txBox="1"/>
          <p:nvPr/>
        </p:nvSpPr>
        <p:spPr>
          <a:xfrm>
            <a:off x="777240" y="2011680"/>
            <a:ext cx="3337560" cy="274320"/>
          </a:xfrm>
          <a:prstGeom prst="rect">
            <a:avLst/>
          </a:prstGeom>
          <a:noFill/>
        </p:spPr>
        <p:txBody>
          <a:bodyPr wrap="square" lIns="0" rIns="0" tIns="0" bIns="0" anchor="t">
            <a:spAutoFit/>
          </a:bodyPr>
          <a:lstStyle/>
          <a:p>
            <a:pPr algn="l"/>
            <a:r>
              <a:rPr sz="1200" b="0">
                <a:solidFill>
                  <a:srgbClr val="83F2F5"/>
                </a:solidFill>
                <a:latin typeface="JetBrains Mono"/>
              </a:rPr>
              <a:t>UNIT TESTS · EVERY CHANGE</a:t>
            </a:r>
          </a:p>
        </p:txBody>
      </p:sp>
      <p:sp>
        <p:nvSpPr>
          <p:cNvPr id="40" name="TextBox 39"/>
          <p:cNvSpPr txBox="1"/>
          <p:nvPr/>
        </p:nvSpPr>
        <p:spPr>
          <a:xfrm>
            <a:off x="777240" y="2331720"/>
            <a:ext cx="3337560" cy="411480"/>
          </a:xfrm>
          <a:prstGeom prst="rect">
            <a:avLst/>
          </a:prstGeom>
          <a:noFill/>
        </p:spPr>
        <p:txBody>
          <a:bodyPr wrap="square" lIns="0" rIns="0" tIns="0" bIns="0" anchor="t">
            <a:spAutoFit/>
          </a:bodyPr>
          <a:lstStyle/>
          <a:p>
            <a:pPr algn="l"/>
            <a:r>
              <a:rPr sz="2100" b="1">
                <a:solidFill>
                  <a:srgbClr val="FFFFFF"/>
                </a:solidFill>
                <a:latin typeface="Montserrat"/>
              </a:rPr>
              <a:t>3 real examples</a:t>
            </a:r>
          </a:p>
        </p:txBody>
      </p:sp>
      <p:sp>
        <p:nvSpPr>
          <p:cNvPr id="41" name="TextBox 40"/>
          <p:cNvSpPr txBox="1"/>
          <p:nvPr/>
        </p:nvSpPr>
        <p:spPr>
          <a:xfrm>
            <a:off x="777240" y="2834640"/>
            <a:ext cx="3337560" cy="1280160"/>
          </a:xfrm>
          <a:prstGeom prst="rect">
            <a:avLst/>
          </a:prstGeom>
          <a:noFill/>
        </p:spPr>
        <p:txBody>
          <a:bodyPr wrap="square" lIns="0" rIns="0" tIns="0" bIns="0" anchor="t">
            <a:spAutoFit/>
          </a:bodyPr>
          <a:lstStyle/>
          <a:p>
            <a:pPr algn="l"/>
            <a:r>
              <a:rPr sz="1400" b="0">
                <a:solidFill>
                  <a:srgbClr val="A3A9C9"/>
                </a:solidFill>
                <a:latin typeface="Work Sans"/>
              </a:rPr>
              <a:t>E.g. “UTF-8” or “#333” in a PR must never become a link; unseen IDs never reach the database.</a:t>
            </a:r>
          </a:p>
        </p:txBody>
      </p:sp>
      <p:sp>
        <p:nvSpPr>
          <p:cNvPr id="42" name="TextBox 41"/>
          <p:cNvSpPr txBox="1"/>
          <p:nvPr/>
        </p:nvSpPr>
        <p:spPr>
          <a:xfrm>
            <a:off x="4389120" y="2011680"/>
            <a:ext cx="3337560" cy="274320"/>
          </a:xfrm>
          <a:prstGeom prst="rect">
            <a:avLst/>
          </a:prstGeom>
          <a:noFill/>
        </p:spPr>
        <p:txBody>
          <a:bodyPr wrap="square" lIns="0" rIns="0" tIns="0" bIns="0" anchor="t">
            <a:spAutoFit/>
          </a:bodyPr>
          <a:lstStyle/>
          <a:p>
            <a:pPr algn="l"/>
            <a:r>
              <a:rPr sz="1200" b="0">
                <a:solidFill>
                  <a:srgbClr val="83F2F5"/>
                </a:solidFill>
                <a:latin typeface="JetBrains Mono"/>
              </a:rPr>
              <a:t>REAL AI MODEL</a:t>
            </a:r>
          </a:p>
        </p:txBody>
      </p:sp>
      <p:sp>
        <p:nvSpPr>
          <p:cNvPr id="43" name="TextBox 42"/>
          <p:cNvSpPr txBox="1"/>
          <p:nvPr/>
        </p:nvSpPr>
        <p:spPr>
          <a:xfrm>
            <a:off x="4389120" y="2331720"/>
            <a:ext cx="3337560" cy="411480"/>
          </a:xfrm>
          <a:prstGeom prst="rect">
            <a:avLst/>
          </a:prstGeom>
          <a:noFill/>
        </p:spPr>
        <p:txBody>
          <a:bodyPr wrap="square" lIns="0" rIns="0" tIns="0" bIns="0" anchor="t">
            <a:spAutoFit/>
          </a:bodyPr>
          <a:lstStyle/>
          <a:p>
            <a:pPr algn="l"/>
            <a:r>
              <a:rPr sz="2100" b="1">
                <a:solidFill>
                  <a:srgbClr val="FFFFFF"/>
                </a:solidFill>
                <a:latin typeface="Montserrat"/>
              </a:rPr>
              <a:t>7-question gate</a:t>
            </a:r>
          </a:p>
        </p:txBody>
      </p:sp>
      <p:sp>
        <p:nvSpPr>
          <p:cNvPr id="44" name="TextBox 43"/>
          <p:cNvSpPr txBox="1"/>
          <p:nvPr/>
        </p:nvSpPr>
        <p:spPr>
          <a:xfrm>
            <a:off x="4389120" y="2834640"/>
            <a:ext cx="3337560" cy="1280160"/>
          </a:xfrm>
          <a:prstGeom prst="rect">
            <a:avLst/>
          </a:prstGeom>
          <a:noFill/>
        </p:spPr>
        <p:txBody>
          <a:bodyPr wrap="square" lIns="0" rIns="0" tIns="0" bIns="0" anchor="t">
            <a:spAutoFit/>
          </a:bodyPr>
          <a:lstStyle/>
          <a:p>
            <a:pPr algn="l"/>
            <a:r>
              <a:rPr sz="1400" b="0">
                <a:solidFill>
                  <a:srgbClr val="A3A9C9"/>
                </a:solidFill>
                <a:latin typeface="Work Sans"/>
              </a:rPr>
              <a:t>A made-up company: 4 answerable, 2 must say “Not established”, 1 checks another workspace sees nothing.</a:t>
            </a:r>
          </a:p>
        </p:txBody>
      </p:sp>
      <p:sp>
        <p:nvSpPr>
          <p:cNvPr id="45" name="TextBox 44"/>
          <p:cNvSpPr txBox="1"/>
          <p:nvPr/>
        </p:nvSpPr>
        <p:spPr>
          <a:xfrm>
            <a:off x="8001000" y="2011680"/>
            <a:ext cx="3337560" cy="274320"/>
          </a:xfrm>
          <a:prstGeom prst="rect">
            <a:avLst/>
          </a:prstGeom>
          <a:noFill/>
        </p:spPr>
        <p:txBody>
          <a:bodyPr wrap="square" lIns="0" rIns="0" tIns="0" bIns="0" anchor="t">
            <a:spAutoFit/>
          </a:bodyPr>
          <a:lstStyle/>
          <a:p>
            <a:pPr algn="l"/>
            <a:r>
              <a:rPr sz="1200" b="0">
                <a:solidFill>
                  <a:srgbClr val="83F2F5"/>
                </a:solidFill>
                <a:latin typeface="JetBrains Mono"/>
              </a:rPr>
              <a:t>REAL KAFKA HISTORY</a:t>
            </a:r>
          </a:p>
        </p:txBody>
      </p:sp>
      <p:sp>
        <p:nvSpPr>
          <p:cNvPr id="46" name="TextBox 45"/>
          <p:cNvSpPr txBox="1"/>
          <p:nvPr/>
        </p:nvSpPr>
        <p:spPr>
          <a:xfrm>
            <a:off x="8001000" y="2331720"/>
            <a:ext cx="3337560" cy="411480"/>
          </a:xfrm>
          <a:prstGeom prst="rect">
            <a:avLst/>
          </a:prstGeom>
          <a:noFill/>
        </p:spPr>
        <p:txBody>
          <a:bodyPr wrap="square" lIns="0" rIns="0" tIns="0" bIns="0" anchor="t">
            <a:spAutoFit/>
          </a:bodyPr>
          <a:lstStyle/>
          <a:p>
            <a:pPr algn="l"/>
            <a:r>
              <a:rPr sz="2100" b="1">
                <a:solidFill>
                  <a:srgbClr val="FFFFFF"/>
                </a:solidFill>
                <a:latin typeface="Montserrat"/>
              </a:rPr>
              <a:t>75 gold questions</a:t>
            </a:r>
          </a:p>
        </p:txBody>
      </p:sp>
      <p:sp>
        <p:nvSpPr>
          <p:cNvPr id="47" name="TextBox 46"/>
          <p:cNvSpPr txBox="1"/>
          <p:nvPr/>
        </p:nvSpPr>
        <p:spPr>
          <a:xfrm>
            <a:off x="8001000" y="2834640"/>
            <a:ext cx="3337560" cy="411480"/>
          </a:xfrm>
          <a:prstGeom prst="rect">
            <a:avLst/>
          </a:prstGeom>
          <a:noFill/>
        </p:spPr>
        <p:txBody>
          <a:bodyPr wrap="square" lIns="0" rIns="0" tIns="0" bIns="0" anchor="t">
            <a:spAutoFit/>
          </a:bodyPr>
          <a:lstStyle/>
          <a:p>
            <a:pPr algn="l"/>
            <a:r>
              <a:rPr sz="1400" b="0">
                <a:solidFill>
                  <a:srgbClr val="A3A9C9"/>
                </a:solidFill>
                <a:latin typeface="Work Sans"/>
              </a:rPr>
              <a:t>Each with the exact quotes that answer it:</a:t>
            </a:r>
          </a:p>
        </p:txBody>
      </p:sp>
      <p:sp>
        <p:nvSpPr>
          <p:cNvPr id="48" name="Rectangle 47"/>
          <p:cNvSpPr/>
          <p:nvPr/>
        </p:nvSpPr>
        <p:spPr>
          <a:xfrm>
            <a:off x="8001000" y="3291840"/>
            <a:ext cx="684580" cy="457200"/>
          </a:xfrm>
          <a:prstGeom prst="rect">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001000" y="3291840"/>
            <a:ext cx="684580" cy="457200"/>
          </a:xfrm>
          <a:prstGeom prst="rect">
            <a:avLst/>
          </a:prstGeom>
          <a:noFill/>
        </p:spPr>
        <p:txBody>
          <a:bodyPr wrap="square" lIns="0" rIns="0" tIns="0" bIns="0" anchor="ctr">
            <a:spAutoFit/>
          </a:bodyPr>
          <a:lstStyle/>
          <a:p>
            <a:pPr algn="ctr"/>
            <a:r>
              <a:rPr sz="1200" b="1">
                <a:solidFill>
                  <a:srgbClr val="05081C"/>
                </a:solidFill>
                <a:latin typeface="JetBrains Mono"/>
              </a:rPr>
              <a:t>A16</a:t>
            </a:r>
          </a:p>
        </p:txBody>
      </p:sp>
      <p:sp>
        <p:nvSpPr>
          <p:cNvPr id="50" name="Rectangle 49"/>
          <p:cNvSpPr/>
          <p:nvPr/>
        </p:nvSpPr>
        <p:spPr>
          <a:xfrm>
            <a:off x="8713012" y="3291840"/>
            <a:ext cx="1040587" cy="457200"/>
          </a:xfrm>
          <a:prstGeom prst="rect">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713012" y="3291840"/>
            <a:ext cx="1040587" cy="457200"/>
          </a:xfrm>
          <a:prstGeom prst="rect">
            <a:avLst/>
          </a:prstGeom>
          <a:noFill/>
        </p:spPr>
        <p:txBody>
          <a:bodyPr wrap="square" lIns="0" rIns="0" tIns="0" bIns="0" anchor="ctr">
            <a:spAutoFit/>
          </a:bodyPr>
          <a:lstStyle/>
          <a:p>
            <a:pPr algn="ctr"/>
            <a:r>
              <a:rPr sz="1200" b="1">
                <a:solidFill>
                  <a:srgbClr val="05081C"/>
                </a:solidFill>
                <a:latin typeface="JetBrains Mono"/>
              </a:rPr>
              <a:t>B24</a:t>
            </a:r>
          </a:p>
        </p:txBody>
      </p:sp>
      <p:sp>
        <p:nvSpPr>
          <p:cNvPr id="52" name="Rectangle 51"/>
          <p:cNvSpPr/>
          <p:nvPr/>
        </p:nvSpPr>
        <p:spPr>
          <a:xfrm>
            <a:off x="9781031" y="3291840"/>
            <a:ext cx="862584" cy="457200"/>
          </a:xfrm>
          <a:prstGeom prst="rect">
            <a:avLst/>
          </a:prstGeom>
          <a:solidFill>
            <a:srgbClr val="FF8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781031" y="3291840"/>
            <a:ext cx="862584" cy="457200"/>
          </a:xfrm>
          <a:prstGeom prst="rect">
            <a:avLst/>
          </a:prstGeom>
          <a:noFill/>
        </p:spPr>
        <p:txBody>
          <a:bodyPr wrap="square" lIns="0" rIns="0" tIns="0" bIns="0" anchor="ctr">
            <a:spAutoFit/>
          </a:bodyPr>
          <a:lstStyle/>
          <a:p>
            <a:pPr algn="ctr"/>
            <a:r>
              <a:rPr sz="1200" b="1">
                <a:solidFill>
                  <a:srgbClr val="05081C"/>
                </a:solidFill>
                <a:latin typeface="JetBrains Mono"/>
              </a:rPr>
              <a:t>C20</a:t>
            </a:r>
          </a:p>
        </p:txBody>
      </p:sp>
      <p:sp>
        <p:nvSpPr>
          <p:cNvPr id="54" name="Rectangle 53"/>
          <p:cNvSpPr/>
          <p:nvPr/>
        </p:nvSpPr>
        <p:spPr>
          <a:xfrm>
            <a:off x="10671047" y="3291840"/>
            <a:ext cx="417576" cy="457200"/>
          </a:xfrm>
          <a:prstGeom prst="rect">
            <a:avLst/>
          </a:prstGeom>
          <a:solidFill>
            <a:srgbClr val="FF8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671047" y="3291840"/>
            <a:ext cx="417576" cy="457200"/>
          </a:xfrm>
          <a:prstGeom prst="rect">
            <a:avLst/>
          </a:prstGeom>
          <a:noFill/>
        </p:spPr>
        <p:txBody>
          <a:bodyPr wrap="square" lIns="0" rIns="0" tIns="0" bIns="0" anchor="ctr">
            <a:spAutoFit/>
          </a:bodyPr>
          <a:lstStyle/>
          <a:p>
            <a:pPr algn="ctr"/>
            <a:r>
              <a:rPr sz="1200" b="1">
                <a:solidFill>
                  <a:srgbClr val="05081C"/>
                </a:solidFill>
                <a:latin typeface="JetBrains Mono"/>
              </a:rPr>
              <a:t>T10</a:t>
            </a:r>
          </a:p>
        </p:txBody>
      </p:sp>
      <p:sp>
        <p:nvSpPr>
          <p:cNvPr id="56" name="Rectangle 55"/>
          <p:cNvSpPr/>
          <p:nvPr/>
        </p:nvSpPr>
        <p:spPr>
          <a:xfrm>
            <a:off x="11116055" y="3291840"/>
            <a:ext cx="195072" cy="457200"/>
          </a:xfrm>
          <a:prstGeom prst="rect">
            <a:avLst/>
          </a:prstGeom>
          <a:solidFill>
            <a:srgbClr val="FF89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1116055" y="3291840"/>
            <a:ext cx="195072" cy="457200"/>
          </a:xfrm>
          <a:prstGeom prst="rect">
            <a:avLst/>
          </a:prstGeom>
          <a:noFill/>
        </p:spPr>
        <p:txBody>
          <a:bodyPr wrap="square" lIns="0" rIns="0" tIns="0" bIns="0" anchor="ctr">
            <a:spAutoFit/>
          </a:bodyPr>
          <a:lstStyle/>
          <a:p>
            <a:pPr algn="ctr"/>
            <a:r>
              <a:rPr sz="1200" b="1">
                <a:solidFill>
                  <a:srgbClr val="05081C"/>
                </a:solidFill>
                <a:latin typeface="JetBrains Mono"/>
              </a:rPr>
              <a:t>N</a:t>
            </a:r>
          </a:p>
        </p:txBody>
      </p:sp>
      <p:sp>
        <p:nvSpPr>
          <p:cNvPr id="58" name="TextBox 57"/>
          <p:cNvSpPr txBox="1"/>
          <p:nvPr/>
        </p:nvSpPr>
        <p:spPr>
          <a:xfrm>
            <a:off x="8001000" y="3813048"/>
            <a:ext cx="3337560" cy="685800"/>
          </a:xfrm>
          <a:prstGeom prst="rect">
            <a:avLst/>
          </a:prstGeom>
          <a:noFill/>
        </p:spPr>
        <p:txBody>
          <a:bodyPr wrap="square" lIns="0" rIns="0" tIns="0" bIns="0" anchor="t">
            <a:spAutoFit/>
          </a:bodyPr>
          <a:lstStyle/>
          <a:p>
            <a:pPr algn="l"/>
            <a:r>
              <a:rPr sz="1200" b="0">
                <a:solidFill>
                  <a:srgbClr val="A3A9C9"/>
                </a:solidFill>
                <a:latin typeface="Work Sans"/>
              </a:rPr>
              <a:t>A B  </a:t>
            </a:r>
            <a:r>
              <a:rPr sz="1200" b="0">
                <a:solidFill>
                  <a:srgbClr val="95A7FF"/>
                </a:solidFill>
                <a:latin typeface="Work Sans"/>
              </a:rPr>
              <a:t>answerable</a:t>
            </a:r>
          </a:p>
          <a:p>
            <a:pPr algn="l"/>
            <a:r>
              <a:rPr sz="1200" b="0">
                <a:solidFill>
                  <a:srgbClr val="A3A9C9"/>
                </a:solidFill>
                <a:latin typeface="Work Sans"/>
              </a:rPr>
              <a:t>C T N  </a:t>
            </a:r>
            <a:r>
              <a:rPr sz="1200" b="0">
                <a:solidFill>
                  <a:srgbClr val="FF89C4"/>
                </a:solidFill>
                <a:latin typeface="Work Sans"/>
              </a:rPr>
              <a:t>must say “Not established”</a:t>
            </a:r>
          </a:p>
          <a:p>
            <a:pPr algn="l"/>
            <a:r>
              <a:rPr sz="1200" b="0">
                <a:solidFill>
                  <a:srgbClr val="FFFFFF"/>
                </a:solidFill>
                <a:latin typeface="Work Sans"/>
              </a:rPr>
              <a:t>19 for tuning · 56 held back</a:t>
            </a:r>
          </a:p>
        </p:txBody>
      </p:sp>
      <p:sp>
        <p:nvSpPr>
          <p:cNvPr id="59" name="Rounded Rectangle 58"/>
          <p:cNvSpPr/>
          <p:nvPr/>
        </p:nvSpPr>
        <p:spPr>
          <a:xfrm>
            <a:off x="777240" y="4663440"/>
            <a:ext cx="10607040" cy="100584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005840" y="4754880"/>
            <a:ext cx="10149840" cy="868680"/>
          </a:xfrm>
          <a:prstGeom prst="rect">
            <a:avLst/>
          </a:prstGeom>
          <a:noFill/>
        </p:spPr>
        <p:txBody>
          <a:bodyPr wrap="square" lIns="0" rIns="0" tIns="0" bIns="0" anchor="t">
            <a:spAutoFit/>
          </a:bodyPr>
          <a:lstStyle/>
          <a:p>
            <a:pPr algn="l"/>
            <a:r>
              <a:rPr sz="1200" b="0">
                <a:solidFill>
                  <a:srgbClr val="83F2F5"/>
                </a:solidFill>
                <a:latin typeface="JetBrains Mono"/>
              </a:rPr>
              <a:t>EXAMPLE · Q050  </a:t>
            </a:r>
          </a:p>
          <a:p>
            <a:pPr algn="l"/>
            <a:r>
              <a:rPr sz="1500" b="0">
                <a:solidFill>
                  <a:srgbClr val="FFFFFF"/>
                </a:solidFill>
                <a:latin typeface="Work Sans"/>
              </a:rPr>
              <a:t>“Why does the broker retry AddPartitionsToTxn on its own…?” </a:t>
            </a:r>
            <a:r>
              <a:rPr sz="1500" b="0">
                <a:solidFill>
                  <a:srgbClr val="A3A9C9"/>
                </a:solidFill>
                <a:latin typeface="Work Sans"/>
              </a:rPr>
              <a:t>The gold answer quotes Calvin Liu’s mail and Jira KAFKA-18654: the chain from section 04.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09</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10 · Status and what’s next</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09 · RESULTS SO FAR</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Early results </a:t>
            </a:r>
            <a:r>
              <a:rPr sz="3400" b="1">
                <a:solidFill>
                  <a:srgbClr val="95A7FF"/>
                </a:solidFill>
                <a:latin typeface="Montserrat"/>
              </a:rPr>
              <a:t>on real Kafka history</a:t>
            </a:r>
          </a:p>
        </p:txBody>
      </p:sp>
      <p:sp>
        <p:nvSpPr>
          <p:cNvPr id="38" name="TextBox 37"/>
          <p:cNvSpPr txBox="1"/>
          <p:nvPr/>
        </p:nvSpPr>
        <p:spPr>
          <a:xfrm>
            <a:off x="777240" y="1920240"/>
            <a:ext cx="10058400" cy="274320"/>
          </a:xfrm>
          <a:prstGeom prst="rect">
            <a:avLst/>
          </a:prstGeom>
          <a:noFill/>
        </p:spPr>
        <p:txBody>
          <a:bodyPr wrap="square" lIns="0" rIns="0" tIns="0" bIns="0" anchor="t">
            <a:spAutoFit/>
          </a:bodyPr>
          <a:lstStyle/>
          <a:p>
            <a:pPr algn="l"/>
            <a:r>
              <a:rPr sz="1200" b="0">
                <a:solidFill>
                  <a:srgbClr val="A3A9C9"/>
                </a:solidFill>
                <a:latin typeface="JetBrains Mono"/>
              </a:rPr>
              <a:t>Early numbers: one run each, on a question set not yet human-checked.</a:t>
            </a:r>
          </a:p>
        </p:txBody>
      </p:sp>
      <p:sp>
        <p:nvSpPr>
          <p:cNvPr id="39" name="Rounded Rectangle 38"/>
          <p:cNvSpPr/>
          <p:nvPr/>
        </p:nvSpPr>
        <p:spPr>
          <a:xfrm>
            <a:off x="777240" y="233172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05840" y="2468879"/>
            <a:ext cx="3017520" cy="457200"/>
          </a:xfrm>
          <a:prstGeom prst="rect">
            <a:avLst/>
          </a:prstGeom>
          <a:noFill/>
        </p:spPr>
        <p:txBody>
          <a:bodyPr wrap="square" lIns="0" rIns="0" tIns="0" bIns="0" anchor="t">
            <a:spAutoFit/>
          </a:bodyPr>
          <a:lstStyle/>
          <a:p>
            <a:pPr algn="l"/>
            <a:r>
              <a:rPr sz="2400" b="1">
                <a:solidFill>
                  <a:srgbClr val="95A7FF"/>
                </a:solidFill>
                <a:latin typeface="Montserrat"/>
              </a:rPr>
              <a:t>1,191 · 1,786</a:t>
            </a:r>
          </a:p>
        </p:txBody>
      </p:sp>
      <p:sp>
        <p:nvSpPr>
          <p:cNvPr id="41" name="TextBox 40"/>
          <p:cNvSpPr txBox="1"/>
          <p:nvPr/>
        </p:nvSpPr>
        <p:spPr>
          <a:xfrm>
            <a:off x="1005840" y="2971800"/>
            <a:ext cx="3017520" cy="640080"/>
          </a:xfrm>
          <a:prstGeom prst="rect">
            <a:avLst/>
          </a:prstGeom>
          <a:noFill/>
        </p:spPr>
        <p:txBody>
          <a:bodyPr wrap="square" lIns="0" rIns="0" tIns="0" bIns="0" anchor="t">
            <a:spAutoFit/>
          </a:bodyPr>
          <a:lstStyle/>
          <a:p>
            <a:pPr algn="l"/>
            <a:r>
              <a:rPr sz="1300" b="0">
                <a:solidFill>
                  <a:srgbClr val="A3A9C9"/>
                </a:solidFill>
                <a:latin typeface="Work Sans"/>
              </a:rPr>
              <a:t>real Kafka items and written links, across 10 design proposals (KIPs)</a:t>
            </a:r>
          </a:p>
        </p:txBody>
      </p:sp>
      <p:sp>
        <p:nvSpPr>
          <p:cNvPr id="42" name="Rounded Rectangle 41"/>
          <p:cNvSpPr/>
          <p:nvPr/>
        </p:nvSpPr>
        <p:spPr>
          <a:xfrm>
            <a:off x="4389120" y="233172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617720" y="2468879"/>
            <a:ext cx="3017520" cy="457200"/>
          </a:xfrm>
          <a:prstGeom prst="rect">
            <a:avLst/>
          </a:prstGeom>
          <a:noFill/>
        </p:spPr>
        <p:txBody>
          <a:bodyPr wrap="square" lIns="0" rIns="0" tIns="0" bIns="0" anchor="t">
            <a:spAutoFit/>
          </a:bodyPr>
          <a:lstStyle/>
          <a:p>
            <a:pPr algn="l"/>
            <a:r>
              <a:rPr sz="2400" b="1">
                <a:solidFill>
                  <a:srgbClr val="95A7FF"/>
                </a:solidFill>
                <a:latin typeface="Montserrat"/>
              </a:rPr>
              <a:t>5 / 7</a:t>
            </a:r>
          </a:p>
        </p:txBody>
      </p:sp>
      <p:sp>
        <p:nvSpPr>
          <p:cNvPr id="44" name="TextBox 43"/>
          <p:cNvSpPr txBox="1"/>
          <p:nvPr/>
        </p:nvSpPr>
        <p:spPr>
          <a:xfrm>
            <a:off x="4617720" y="2971800"/>
            <a:ext cx="3017520" cy="640080"/>
          </a:xfrm>
          <a:prstGeom prst="rect">
            <a:avLst/>
          </a:prstGeom>
          <a:noFill/>
        </p:spPr>
        <p:txBody>
          <a:bodyPr wrap="square" lIns="0" rIns="0" tIns="0" bIns="0" anchor="t">
            <a:spAutoFit/>
          </a:bodyPr>
          <a:lstStyle/>
          <a:p>
            <a:pPr algn="l"/>
            <a:r>
              <a:rPr sz="1300" b="0">
                <a:solidFill>
                  <a:srgbClr val="A3A9C9"/>
                </a:solidFill>
                <a:latin typeface="Work Sans"/>
              </a:rPr>
              <a:t>real-model gate passed (Sarvam model); the 2 misses answered with low confidence</a:t>
            </a:r>
          </a:p>
        </p:txBody>
      </p:sp>
      <p:sp>
        <p:nvSpPr>
          <p:cNvPr id="45" name="Rounded Rectangle 44"/>
          <p:cNvSpPr/>
          <p:nvPr/>
        </p:nvSpPr>
        <p:spPr>
          <a:xfrm>
            <a:off x="8001000" y="233172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8229600" y="2468879"/>
            <a:ext cx="3017520" cy="457200"/>
          </a:xfrm>
          <a:prstGeom prst="rect">
            <a:avLst/>
          </a:prstGeom>
          <a:noFill/>
        </p:spPr>
        <p:txBody>
          <a:bodyPr wrap="square" lIns="0" rIns="0" tIns="0" bIns="0" anchor="t">
            <a:spAutoFit/>
          </a:bodyPr>
          <a:lstStyle/>
          <a:p>
            <a:pPr algn="l"/>
            <a:r>
              <a:rPr sz="2400" b="1">
                <a:solidFill>
                  <a:srgbClr val="95A7FF"/>
                </a:solidFill>
                <a:latin typeface="Montserrat"/>
              </a:rPr>
              <a:t>5/5 · 26/27</a:t>
            </a:r>
          </a:p>
        </p:txBody>
      </p:sp>
      <p:sp>
        <p:nvSpPr>
          <p:cNvPr id="47" name="TextBox 46"/>
          <p:cNvSpPr txBox="1"/>
          <p:nvPr/>
        </p:nvSpPr>
        <p:spPr>
          <a:xfrm>
            <a:off x="8229600" y="2971800"/>
            <a:ext cx="3017520" cy="640080"/>
          </a:xfrm>
          <a:prstGeom prst="rect">
            <a:avLst/>
          </a:prstGeom>
          <a:noFill/>
        </p:spPr>
        <p:txBody>
          <a:bodyPr wrap="square" lIns="0" rIns="0" tIns="0" bIns="0" anchor="t">
            <a:spAutoFit/>
          </a:bodyPr>
          <a:lstStyle/>
          <a:p>
            <a:pPr algn="l"/>
            <a:r>
              <a:rPr sz="1300" b="0">
                <a:solidFill>
                  <a:srgbClr val="A3A9C9"/>
                </a:solidFill>
                <a:latin typeface="Work Sans"/>
              </a:rPr>
              <a:t>quotes kept on Kafka questions Q030 · Q050</a:t>
            </a:r>
          </a:p>
        </p:txBody>
      </p:sp>
      <p:sp>
        <p:nvSpPr>
          <p:cNvPr id="48" name="Rounded Rectangle 47"/>
          <p:cNvSpPr/>
          <p:nvPr/>
        </p:nvSpPr>
        <p:spPr>
          <a:xfrm>
            <a:off x="777240" y="379476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05840" y="3931920"/>
            <a:ext cx="3017520" cy="457200"/>
          </a:xfrm>
          <a:prstGeom prst="rect">
            <a:avLst/>
          </a:prstGeom>
          <a:noFill/>
        </p:spPr>
        <p:txBody>
          <a:bodyPr wrap="square" lIns="0" rIns="0" tIns="0" bIns="0" anchor="t">
            <a:spAutoFit/>
          </a:bodyPr>
          <a:lstStyle/>
          <a:p>
            <a:pPr algn="l"/>
            <a:r>
              <a:rPr sz="2400" b="1">
                <a:solidFill>
                  <a:srgbClr val="FF89C4"/>
                </a:solidFill>
                <a:latin typeface="Montserrat"/>
              </a:rPr>
              <a:t>Q006</a:t>
            </a:r>
          </a:p>
        </p:txBody>
      </p:sp>
      <p:sp>
        <p:nvSpPr>
          <p:cNvPr id="50" name="TextBox 49"/>
          <p:cNvSpPr txBox="1"/>
          <p:nvPr/>
        </p:nvSpPr>
        <p:spPr>
          <a:xfrm>
            <a:off x="1005840" y="4434840"/>
            <a:ext cx="3017520" cy="640080"/>
          </a:xfrm>
          <a:prstGeom prst="rect">
            <a:avLst/>
          </a:prstGeom>
          <a:noFill/>
        </p:spPr>
        <p:txBody>
          <a:bodyPr wrap="square" lIns="0" rIns="0" tIns="0" bIns="0" anchor="t">
            <a:spAutoFit/>
          </a:bodyPr>
          <a:lstStyle/>
          <a:p>
            <a:pPr algn="l"/>
            <a:r>
              <a:rPr sz="1300" b="0">
                <a:solidFill>
                  <a:srgbClr val="A3A9C9"/>
                </a:solidFill>
                <a:latin typeface="Work Sans"/>
              </a:rPr>
              <a:t>no answer in the data: correctly “Not established”</a:t>
            </a:r>
          </a:p>
        </p:txBody>
      </p:sp>
      <p:sp>
        <p:nvSpPr>
          <p:cNvPr id="51" name="Rounded Rectangle 50"/>
          <p:cNvSpPr/>
          <p:nvPr/>
        </p:nvSpPr>
        <p:spPr>
          <a:xfrm>
            <a:off x="4389120" y="379476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617720" y="3931920"/>
            <a:ext cx="3017520" cy="457200"/>
          </a:xfrm>
          <a:prstGeom prst="rect">
            <a:avLst/>
          </a:prstGeom>
          <a:noFill/>
        </p:spPr>
        <p:txBody>
          <a:bodyPr wrap="square" lIns="0" rIns="0" tIns="0" bIns="0" anchor="t">
            <a:spAutoFit/>
          </a:bodyPr>
          <a:lstStyle/>
          <a:p>
            <a:pPr algn="l"/>
            <a:r>
              <a:rPr sz="2400" b="1">
                <a:solidFill>
                  <a:srgbClr val="95A7FF"/>
                </a:solidFill>
                <a:latin typeface="Montserrat"/>
              </a:rPr>
              <a:t>6/33 → 19/33</a:t>
            </a:r>
          </a:p>
        </p:txBody>
      </p:sp>
      <p:sp>
        <p:nvSpPr>
          <p:cNvPr id="53" name="TextBox 52"/>
          <p:cNvSpPr txBox="1"/>
          <p:nvPr/>
        </p:nvSpPr>
        <p:spPr>
          <a:xfrm>
            <a:off x="4617720" y="4434840"/>
            <a:ext cx="3017520" cy="640080"/>
          </a:xfrm>
          <a:prstGeom prst="rect">
            <a:avLst/>
          </a:prstGeom>
          <a:noFill/>
        </p:spPr>
        <p:txBody>
          <a:bodyPr wrap="square" lIns="0" rIns="0" tIns="0" bIns="0" anchor="t">
            <a:spAutoFit/>
          </a:bodyPr>
          <a:lstStyle/>
          <a:p>
            <a:pPr algn="l"/>
            <a:r>
              <a:rPr sz="1300" b="0">
                <a:solidFill>
                  <a:srgbClr val="A3A9C9"/>
                </a:solidFill>
                <a:latin typeface="Work Sans"/>
              </a:rPr>
              <a:t>gold sources reachable; questions fully reachable 1/18 → 9/18; 0 regressions (no AI)</a:t>
            </a:r>
          </a:p>
        </p:txBody>
      </p:sp>
      <p:sp>
        <p:nvSpPr>
          <p:cNvPr id="54" name="Rounded Rectangle 53"/>
          <p:cNvSpPr/>
          <p:nvPr/>
        </p:nvSpPr>
        <p:spPr>
          <a:xfrm>
            <a:off x="8001000" y="3794760"/>
            <a:ext cx="3383280" cy="1298448"/>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8229600" y="3931920"/>
            <a:ext cx="3017520" cy="457200"/>
          </a:xfrm>
          <a:prstGeom prst="rect">
            <a:avLst/>
          </a:prstGeom>
          <a:noFill/>
        </p:spPr>
        <p:txBody>
          <a:bodyPr wrap="square" lIns="0" rIns="0" tIns="0" bIns="0" anchor="t">
            <a:spAutoFit/>
          </a:bodyPr>
          <a:lstStyle/>
          <a:p>
            <a:pPr algn="l"/>
            <a:r>
              <a:rPr sz="2400" b="1">
                <a:solidFill>
                  <a:srgbClr val="95A7FF"/>
                </a:solidFill>
                <a:latin typeface="Montserrat"/>
              </a:rPr>
              <a:t>445 passed</a:t>
            </a:r>
          </a:p>
        </p:txBody>
      </p:sp>
      <p:sp>
        <p:nvSpPr>
          <p:cNvPr id="56" name="TextBox 55"/>
          <p:cNvSpPr txBox="1"/>
          <p:nvPr/>
        </p:nvSpPr>
        <p:spPr>
          <a:xfrm>
            <a:off x="8229600" y="4434840"/>
            <a:ext cx="3017520" cy="640080"/>
          </a:xfrm>
          <a:prstGeom prst="rect">
            <a:avLst/>
          </a:prstGeom>
          <a:noFill/>
        </p:spPr>
        <p:txBody>
          <a:bodyPr wrap="square" lIns="0" rIns="0" tIns="0" bIns="0" anchor="t">
            <a:spAutoFit/>
          </a:bodyPr>
          <a:lstStyle/>
          <a:p>
            <a:pPr algn="l"/>
            <a:r>
              <a:rPr sz="1300" b="0">
                <a:solidFill>
                  <a:srgbClr val="A3A9C9"/>
                </a:solidFill>
                <a:latin typeface="Work Sans"/>
              </a:rPr>
              <a:t>automated tests (7 skipped)</a:t>
            </a:r>
          </a:p>
        </p:txBody>
      </p:sp>
      <p:sp>
        <p:nvSpPr>
          <p:cNvPr id="57" name="TextBox 56"/>
          <p:cNvSpPr txBox="1"/>
          <p:nvPr/>
        </p:nvSpPr>
        <p:spPr>
          <a:xfrm>
            <a:off x="777240" y="5394960"/>
            <a:ext cx="10607040" cy="365760"/>
          </a:xfrm>
          <a:prstGeom prst="rect">
            <a:avLst/>
          </a:prstGeom>
          <a:noFill/>
        </p:spPr>
        <p:txBody>
          <a:bodyPr wrap="square" lIns="0" rIns="0" tIns="0" bIns="0" anchor="t">
            <a:spAutoFit/>
          </a:bodyPr>
          <a:lstStyle/>
          <a:p>
            <a:pPr algn="l"/>
            <a:r>
              <a:rPr sz="1600" b="0">
                <a:solidFill>
                  <a:srgbClr val="A3A9C9"/>
                </a:solidFill>
                <a:latin typeface="Work Sans"/>
              </a:rPr>
              <a:t>Benchmark on all 75 questions: </a:t>
            </a:r>
            <a:r>
              <a:rPr sz="1600" b="1">
                <a:solidFill>
                  <a:srgbClr val="FFFFFF"/>
                </a:solidFill>
                <a:latin typeface="Work Sans"/>
              </a:rPr>
              <a:t>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10</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Next → 11 · Glossary</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10 · STATUS AND WHAT’S NEXT</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Running today, </a:t>
            </a:r>
            <a:r>
              <a:rPr sz="3400" b="1">
                <a:solidFill>
                  <a:srgbClr val="95A7FF"/>
                </a:solidFill>
                <a:latin typeface="Montserrat"/>
              </a:rPr>
              <a:t>and what comes next</a:t>
            </a:r>
          </a:p>
        </p:txBody>
      </p:sp>
      <p:sp>
        <p:nvSpPr>
          <p:cNvPr id="38" name="TextBox 37"/>
          <p:cNvSpPr txBox="1"/>
          <p:nvPr/>
        </p:nvSpPr>
        <p:spPr>
          <a:xfrm>
            <a:off x="777240" y="1965960"/>
            <a:ext cx="3657600" cy="274320"/>
          </a:xfrm>
          <a:prstGeom prst="rect">
            <a:avLst/>
          </a:prstGeom>
          <a:noFill/>
        </p:spPr>
        <p:txBody>
          <a:bodyPr wrap="square" lIns="0" rIns="0" tIns="0" bIns="0" anchor="t">
            <a:spAutoFit/>
          </a:bodyPr>
          <a:lstStyle/>
          <a:p>
            <a:pPr algn="l"/>
            <a:r>
              <a:rPr sz="1200" b="0">
                <a:solidFill>
                  <a:srgbClr val="83F2F5"/>
                </a:solidFill>
                <a:latin typeface="JetBrains Mono"/>
              </a:rPr>
              <a:t>RUNNING TODAY</a:t>
            </a:r>
          </a:p>
        </p:txBody>
      </p:sp>
      <p:sp>
        <p:nvSpPr>
          <p:cNvPr id="39" name="Rounded Rectangle 38"/>
          <p:cNvSpPr/>
          <p:nvPr/>
        </p:nvSpPr>
        <p:spPr>
          <a:xfrm>
            <a:off x="777240" y="2286000"/>
            <a:ext cx="2377440" cy="50292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77240" y="2286000"/>
            <a:ext cx="2377440" cy="502920"/>
          </a:xfrm>
          <a:prstGeom prst="rect">
            <a:avLst/>
          </a:prstGeom>
          <a:noFill/>
        </p:spPr>
        <p:txBody>
          <a:bodyPr wrap="square" lIns="0" rIns="0" tIns="0" bIns="0" anchor="ctr">
            <a:spAutoFit/>
          </a:bodyPr>
          <a:lstStyle/>
          <a:p>
            <a:pPr algn="ctr"/>
            <a:r>
              <a:rPr sz="1400" b="0">
                <a:solidFill>
                  <a:srgbClr val="FFFFFF"/>
                </a:solidFill>
                <a:latin typeface="Work Sans"/>
              </a:rPr>
              <a:t>Sources</a:t>
            </a:r>
          </a:p>
        </p:txBody>
      </p:sp>
      <p:cxnSp>
        <p:nvCxnSpPr>
          <p:cNvPr id="41" name="Connector 40"/>
          <p:cNvCxnSpPr/>
          <p:nvPr/>
        </p:nvCxnSpPr>
        <p:spPr>
          <a:xfrm>
            <a:off x="3182112" y="2537460"/>
            <a:ext cx="265176" cy="0"/>
          </a:xfrm>
          <a:prstGeom prst="line">
            <a:avLst/>
          </a:prstGeom>
          <a:ln w="19050">
            <a:solidFill>
              <a:srgbClr val="95A7FF"/>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474720" y="2286000"/>
            <a:ext cx="2377440" cy="50292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474720" y="2286000"/>
            <a:ext cx="2377440" cy="502920"/>
          </a:xfrm>
          <a:prstGeom prst="rect">
            <a:avLst/>
          </a:prstGeom>
          <a:noFill/>
        </p:spPr>
        <p:txBody>
          <a:bodyPr wrap="square" lIns="0" rIns="0" tIns="0" bIns="0" anchor="ctr">
            <a:spAutoFit/>
          </a:bodyPr>
          <a:lstStyle/>
          <a:p>
            <a:pPr algn="ctr"/>
            <a:r>
              <a:rPr sz="1400" b="0">
                <a:solidFill>
                  <a:srgbClr val="FFFFFF"/>
                </a:solidFill>
                <a:latin typeface="Work Sans"/>
              </a:rPr>
              <a:t>Evidence graph</a:t>
            </a:r>
          </a:p>
        </p:txBody>
      </p:sp>
      <p:cxnSp>
        <p:nvCxnSpPr>
          <p:cNvPr id="44" name="Connector 43"/>
          <p:cNvCxnSpPr/>
          <p:nvPr/>
        </p:nvCxnSpPr>
        <p:spPr>
          <a:xfrm>
            <a:off x="5879592" y="2537460"/>
            <a:ext cx="265176" cy="0"/>
          </a:xfrm>
          <a:prstGeom prst="line">
            <a:avLst/>
          </a:prstGeom>
          <a:ln w="19050">
            <a:solidFill>
              <a:srgbClr val="95A7FF"/>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172200" y="2286000"/>
            <a:ext cx="2377440" cy="50292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172200" y="2286000"/>
            <a:ext cx="2377440" cy="502920"/>
          </a:xfrm>
          <a:prstGeom prst="rect">
            <a:avLst/>
          </a:prstGeom>
          <a:noFill/>
        </p:spPr>
        <p:txBody>
          <a:bodyPr wrap="square" lIns="0" rIns="0" tIns="0" bIns="0" anchor="ctr">
            <a:spAutoFit/>
          </a:bodyPr>
          <a:lstStyle/>
          <a:p>
            <a:pPr algn="ctr"/>
            <a:r>
              <a:rPr sz="1400" b="0">
                <a:solidFill>
                  <a:srgbClr val="FFFFFF"/>
                </a:solidFill>
                <a:latin typeface="Work Sans"/>
              </a:rPr>
              <a:t>Agent + quote checker</a:t>
            </a:r>
          </a:p>
        </p:txBody>
      </p:sp>
      <p:cxnSp>
        <p:nvCxnSpPr>
          <p:cNvPr id="47" name="Connector 46"/>
          <p:cNvCxnSpPr/>
          <p:nvPr/>
        </p:nvCxnSpPr>
        <p:spPr>
          <a:xfrm>
            <a:off x="8577072" y="2537460"/>
            <a:ext cx="265176" cy="0"/>
          </a:xfrm>
          <a:prstGeom prst="line">
            <a:avLst/>
          </a:prstGeom>
          <a:ln w="19050">
            <a:solidFill>
              <a:srgbClr val="95A7FF"/>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869680" y="2286000"/>
            <a:ext cx="2377440" cy="502920"/>
          </a:xfrm>
          <a:prstGeom prst="roundRect">
            <a:avLst>
              <a:gd name="adj" fmla="val 8000"/>
            </a:avLst>
          </a:prstGeom>
          <a:solidFill>
            <a:srgbClr val="0B1030"/>
          </a:solidFill>
          <a:ln w="12700">
            <a:solidFill>
              <a:srgbClr val="2A316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869680" y="2286000"/>
            <a:ext cx="2377440" cy="502920"/>
          </a:xfrm>
          <a:prstGeom prst="rect">
            <a:avLst/>
          </a:prstGeom>
          <a:noFill/>
        </p:spPr>
        <p:txBody>
          <a:bodyPr wrap="square" lIns="0" rIns="0" tIns="0" bIns="0" anchor="ctr">
            <a:spAutoFit/>
          </a:bodyPr>
          <a:lstStyle/>
          <a:p>
            <a:pPr algn="ctr"/>
            <a:r>
              <a:rPr sz="1400" b="0">
                <a:solidFill>
                  <a:srgbClr val="FFFFFF"/>
                </a:solidFill>
                <a:latin typeface="Work Sans"/>
              </a:rPr>
              <a:t>API + web workbench</a:t>
            </a:r>
          </a:p>
        </p:txBody>
      </p:sp>
      <p:sp>
        <p:nvSpPr>
          <p:cNvPr id="50" name="TextBox 49"/>
          <p:cNvSpPr txBox="1"/>
          <p:nvPr/>
        </p:nvSpPr>
        <p:spPr>
          <a:xfrm>
            <a:off x="777240" y="2852928"/>
            <a:ext cx="10058400" cy="274320"/>
          </a:xfrm>
          <a:prstGeom prst="rect">
            <a:avLst/>
          </a:prstGeom>
          <a:noFill/>
        </p:spPr>
        <p:txBody>
          <a:bodyPr wrap="square" lIns="0" rIns="0" tIns="0" bIns="0" anchor="t">
            <a:spAutoFit/>
          </a:bodyPr>
          <a:lstStyle/>
          <a:p>
            <a:pPr algn="l"/>
            <a:r>
              <a:rPr sz="1200" b="0">
                <a:solidFill>
                  <a:srgbClr val="A3A9C9"/>
                </a:solidFill>
                <a:latin typeface="Work Sans"/>
              </a:rPr>
              <a:t>plus the benchmark harness</a:t>
            </a:r>
          </a:p>
        </p:txBody>
      </p:sp>
      <p:sp>
        <p:nvSpPr>
          <p:cNvPr id="51" name="TextBox 50"/>
          <p:cNvSpPr txBox="1"/>
          <p:nvPr/>
        </p:nvSpPr>
        <p:spPr>
          <a:xfrm>
            <a:off x="777240" y="3337560"/>
            <a:ext cx="3657600" cy="274320"/>
          </a:xfrm>
          <a:prstGeom prst="rect">
            <a:avLst/>
          </a:prstGeom>
          <a:noFill/>
        </p:spPr>
        <p:txBody>
          <a:bodyPr wrap="square" lIns="0" rIns="0" tIns="0" bIns="0" anchor="t">
            <a:spAutoFit/>
          </a:bodyPr>
          <a:lstStyle/>
          <a:p>
            <a:pPr algn="l"/>
            <a:r>
              <a:rPr sz="1200" b="0">
                <a:solidFill>
                  <a:srgbClr val="95A7FF"/>
                </a:solidFill>
                <a:latin typeface="JetBrains Mono"/>
              </a:rPr>
              <a:t>NEXT</a:t>
            </a:r>
          </a:p>
        </p:txBody>
      </p:sp>
      <p:sp>
        <p:nvSpPr>
          <p:cNvPr id="52" name="Rectangle 51"/>
          <p:cNvSpPr/>
          <p:nvPr/>
        </p:nvSpPr>
        <p:spPr>
          <a:xfrm>
            <a:off x="777240" y="3767328"/>
            <a:ext cx="10241280" cy="27432"/>
          </a:xfrm>
          <a:prstGeom prst="rect">
            <a:avLst/>
          </a:prstGeom>
          <a:solidFill>
            <a:srgbClr val="2A3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777240" y="3657600"/>
            <a:ext cx="237744" cy="237744"/>
          </a:xfrm>
          <a:prstGeom prst="ellipse">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77240" y="4023360"/>
            <a:ext cx="2514600" cy="365760"/>
          </a:xfrm>
          <a:prstGeom prst="rect">
            <a:avLst/>
          </a:prstGeom>
          <a:noFill/>
        </p:spPr>
        <p:txBody>
          <a:bodyPr wrap="square" lIns="0" rIns="0" tIns="0" bIns="0" anchor="t">
            <a:spAutoFit/>
          </a:bodyPr>
          <a:lstStyle/>
          <a:p>
            <a:pPr algn="l"/>
            <a:r>
              <a:rPr sz="1700" b="1">
                <a:solidFill>
                  <a:srgbClr val="FFFFFF"/>
                </a:solidFill>
                <a:latin typeface="Montserrat"/>
              </a:rPr>
              <a:t>Memory</a:t>
            </a:r>
          </a:p>
        </p:txBody>
      </p:sp>
      <p:sp>
        <p:nvSpPr>
          <p:cNvPr id="55" name="TextBox 54"/>
          <p:cNvSpPr txBox="1"/>
          <p:nvPr/>
        </p:nvSpPr>
        <p:spPr>
          <a:xfrm>
            <a:off x="777240" y="4389120"/>
            <a:ext cx="2423160" cy="731520"/>
          </a:xfrm>
          <a:prstGeom prst="rect">
            <a:avLst/>
          </a:prstGeom>
          <a:noFill/>
        </p:spPr>
        <p:txBody>
          <a:bodyPr wrap="square" lIns="0" rIns="0" tIns="0" bIns="0" anchor="t">
            <a:spAutoFit/>
          </a:bodyPr>
          <a:lstStyle/>
          <a:p>
            <a:pPr algn="l"/>
            <a:r>
              <a:rPr sz="1400" b="0">
                <a:solidFill>
                  <a:srgbClr val="A3A9C9"/>
                </a:solidFill>
                <a:latin typeface="Work Sans"/>
              </a:rPr>
              <a:t>versioned decisions with history</a:t>
            </a:r>
          </a:p>
        </p:txBody>
      </p:sp>
      <p:sp>
        <p:nvSpPr>
          <p:cNvPr id="56" name="Oval 55"/>
          <p:cNvSpPr/>
          <p:nvPr/>
        </p:nvSpPr>
        <p:spPr>
          <a:xfrm>
            <a:off x="3474720" y="3657600"/>
            <a:ext cx="237744" cy="237744"/>
          </a:xfrm>
          <a:prstGeom prst="ellipse">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3474720" y="4023360"/>
            <a:ext cx="2514600" cy="365760"/>
          </a:xfrm>
          <a:prstGeom prst="rect">
            <a:avLst/>
          </a:prstGeom>
          <a:noFill/>
        </p:spPr>
        <p:txBody>
          <a:bodyPr wrap="square" lIns="0" rIns="0" tIns="0" bIns="0" anchor="t">
            <a:spAutoFit/>
          </a:bodyPr>
          <a:lstStyle/>
          <a:p>
            <a:pPr algn="l"/>
            <a:r>
              <a:rPr sz="1700" b="1">
                <a:solidFill>
                  <a:srgbClr val="FFFFFF"/>
                </a:solidFill>
                <a:latin typeface="Montserrat"/>
              </a:rPr>
              <a:t>Two new links</a:t>
            </a:r>
          </a:p>
        </p:txBody>
      </p:sp>
      <p:sp>
        <p:nvSpPr>
          <p:cNvPr id="58" name="TextBox 57"/>
          <p:cNvSpPr txBox="1"/>
          <p:nvPr/>
        </p:nvSpPr>
        <p:spPr>
          <a:xfrm>
            <a:off x="3474720" y="4389120"/>
            <a:ext cx="2423160" cy="731520"/>
          </a:xfrm>
          <a:prstGeom prst="rect">
            <a:avLst/>
          </a:prstGeom>
          <a:noFill/>
        </p:spPr>
        <p:txBody>
          <a:bodyPr wrap="square" lIns="0" rIns="0" tIns="0" bIns="0" anchor="t">
            <a:spAutoFit/>
          </a:bodyPr>
          <a:lstStyle/>
          <a:p>
            <a:pPr algn="l"/>
            <a:r>
              <a:rPr sz="1400" b="0">
                <a:solidFill>
                  <a:srgbClr val="A3A9C9"/>
                </a:solidFill>
                <a:latin typeface="Work Sans"/>
              </a:rPr>
              <a:t>“decides” and “supersedes”</a:t>
            </a:r>
          </a:p>
        </p:txBody>
      </p:sp>
      <p:sp>
        <p:nvSpPr>
          <p:cNvPr id="59" name="Oval 58"/>
          <p:cNvSpPr/>
          <p:nvPr/>
        </p:nvSpPr>
        <p:spPr>
          <a:xfrm>
            <a:off x="6172200" y="3657600"/>
            <a:ext cx="237744" cy="237744"/>
          </a:xfrm>
          <a:prstGeom prst="ellipse">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172200" y="4023360"/>
            <a:ext cx="2514600" cy="365760"/>
          </a:xfrm>
          <a:prstGeom prst="rect">
            <a:avLst/>
          </a:prstGeom>
          <a:noFill/>
        </p:spPr>
        <p:txBody>
          <a:bodyPr wrap="square" lIns="0" rIns="0" tIns="0" bIns="0" anchor="t">
            <a:spAutoFit/>
          </a:bodyPr>
          <a:lstStyle/>
          <a:p>
            <a:pPr algn="l"/>
            <a:r>
              <a:rPr sz="1700" b="1">
                <a:solidFill>
                  <a:srgbClr val="FFFFFF"/>
                </a:solidFill>
                <a:latin typeface="Montserrat"/>
              </a:rPr>
              <a:t>Live sync</a:t>
            </a:r>
          </a:p>
        </p:txBody>
      </p:sp>
      <p:sp>
        <p:nvSpPr>
          <p:cNvPr id="61" name="TextBox 60"/>
          <p:cNvSpPr txBox="1"/>
          <p:nvPr/>
        </p:nvSpPr>
        <p:spPr>
          <a:xfrm>
            <a:off x="6172200" y="4389120"/>
            <a:ext cx="2423160" cy="731520"/>
          </a:xfrm>
          <a:prstGeom prst="rect">
            <a:avLst/>
          </a:prstGeom>
          <a:noFill/>
        </p:spPr>
        <p:txBody>
          <a:bodyPr wrap="square" lIns="0" rIns="0" tIns="0" bIns="0" anchor="t">
            <a:spAutoFit/>
          </a:bodyPr>
          <a:lstStyle/>
          <a:p>
            <a:pPr algn="l"/>
            <a:r>
              <a:rPr sz="1400" b="0">
                <a:solidFill>
                  <a:srgbClr val="A3A9C9"/>
                </a:solidFill>
                <a:latin typeface="Work Sans"/>
              </a:rPr>
              <a:t>resume, no full re-pull</a:t>
            </a:r>
          </a:p>
        </p:txBody>
      </p:sp>
      <p:sp>
        <p:nvSpPr>
          <p:cNvPr id="62" name="Oval 61"/>
          <p:cNvSpPr/>
          <p:nvPr/>
        </p:nvSpPr>
        <p:spPr>
          <a:xfrm>
            <a:off x="8869680" y="3657600"/>
            <a:ext cx="237744" cy="237744"/>
          </a:xfrm>
          <a:prstGeom prst="ellipse">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8869680" y="4023360"/>
            <a:ext cx="2514600" cy="365760"/>
          </a:xfrm>
          <a:prstGeom prst="rect">
            <a:avLst/>
          </a:prstGeom>
          <a:noFill/>
        </p:spPr>
        <p:txBody>
          <a:bodyPr wrap="square" lIns="0" rIns="0" tIns="0" bIns="0" anchor="t">
            <a:spAutoFit/>
          </a:bodyPr>
          <a:lstStyle/>
          <a:p>
            <a:pPr algn="l"/>
            <a:r>
              <a:rPr sz="1700" b="1">
                <a:solidFill>
                  <a:srgbClr val="FFFFFF"/>
                </a:solidFill>
                <a:latin typeface="Montserrat"/>
              </a:rPr>
              <a:t>Full benchmark</a:t>
            </a:r>
          </a:p>
        </p:txBody>
      </p:sp>
      <p:sp>
        <p:nvSpPr>
          <p:cNvPr id="64" name="TextBox 63"/>
          <p:cNvSpPr txBox="1"/>
          <p:nvPr/>
        </p:nvSpPr>
        <p:spPr>
          <a:xfrm>
            <a:off x="8869680" y="4389120"/>
            <a:ext cx="2423160" cy="731520"/>
          </a:xfrm>
          <a:prstGeom prst="rect">
            <a:avLst/>
          </a:prstGeom>
          <a:noFill/>
        </p:spPr>
        <p:txBody>
          <a:bodyPr wrap="square" lIns="0" rIns="0" tIns="0" bIns="0" anchor="t">
            <a:spAutoFit/>
          </a:bodyPr>
          <a:lstStyle/>
          <a:p>
            <a:pPr algn="l"/>
            <a:r>
              <a:rPr sz="1400" b="0">
                <a:solidFill>
                  <a:srgbClr val="A3A9C9"/>
                </a:solidFill>
                <a:latin typeface="Work Sans"/>
              </a:rPr>
              <a:t>all 75, human-checked, vs keyword search and Graphiti</a:t>
            </a:r>
          </a:p>
        </p:txBody>
      </p:sp>
      <p:sp>
        <p:nvSpPr>
          <p:cNvPr id="65" name="TextBox 64"/>
          <p:cNvSpPr txBox="1"/>
          <p:nvPr/>
        </p:nvSpPr>
        <p:spPr>
          <a:xfrm>
            <a:off x="777240" y="5349240"/>
            <a:ext cx="10607040" cy="365760"/>
          </a:xfrm>
          <a:prstGeom prst="rect">
            <a:avLst/>
          </a:prstGeom>
          <a:noFill/>
        </p:spPr>
        <p:txBody>
          <a:bodyPr wrap="square" lIns="0" rIns="0" tIns="0" bIns="0" anchor="t">
            <a:spAutoFit/>
          </a:bodyPr>
          <a:lstStyle/>
          <a:p>
            <a:pPr algn="l"/>
            <a:r>
              <a:rPr sz="1500" b="0">
                <a:solidFill>
                  <a:srgbClr val="83F2F5"/>
                </a:solidFill>
                <a:latin typeface="Work Sans"/>
              </a:rPr>
              <a:t>Later: </a:t>
            </a:r>
            <a:r>
              <a:rPr sz="1500" b="0">
                <a:solidFill>
                  <a:srgbClr val="A3A9C9"/>
                </a:solidFill>
                <a:latin typeface="Work Sans"/>
              </a:rPr>
              <a:t>more sources (wikis, CI logs, incidents), one identity per person, access for other agents.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Shape 0"/>
          <p:cNvSpPr/>
          <p:nvPr/>
        </p:nvSpPr>
        <p:spPr>
          <a:xfrm rot="-2700000">
            <a:off x="-9496059" y="4890838"/>
            <a:ext cx="29260800" cy="487006"/>
          </a:xfrm>
          <a:prstGeom prst="rect">
            <a:avLst/>
          </a:prstGeom>
          <a:solidFill>
            <a:srgbClr val="000002"/>
          </a:solidFill>
          <a:ln/>
        </p:spPr>
        <p:txBody>
          <a:bodyPr/>
          <a:p/>
        </p:txBody>
      </p:sp>
      <p:sp>
        <p:nvSpPr>
          <p:cNvPr id="3" name="Shape 1"/>
          <p:cNvSpPr/>
          <p:nvPr/>
        </p:nvSpPr>
        <p:spPr>
          <a:xfrm rot="-2700000">
            <a:off x="-9323876" y="5063021"/>
            <a:ext cx="29260800" cy="487006"/>
          </a:xfrm>
          <a:prstGeom prst="rect">
            <a:avLst/>
          </a:prstGeom>
          <a:solidFill>
            <a:srgbClr val="000105"/>
          </a:solidFill>
          <a:ln/>
        </p:spPr>
        <p:txBody>
          <a:bodyPr/>
          <a:p/>
        </p:txBody>
      </p:sp>
      <p:sp>
        <p:nvSpPr>
          <p:cNvPr id="4" name="Shape 2"/>
          <p:cNvSpPr/>
          <p:nvPr/>
        </p:nvSpPr>
        <p:spPr>
          <a:xfrm rot="-2700000">
            <a:off x="-9151693" y="5235204"/>
            <a:ext cx="29260800" cy="487006"/>
          </a:xfrm>
          <a:prstGeom prst="rect">
            <a:avLst/>
          </a:prstGeom>
          <a:solidFill>
            <a:srgbClr val="000108"/>
          </a:solidFill>
          <a:ln/>
        </p:spPr>
        <p:txBody>
          <a:bodyPr/>
          <a:p/>
        </p:txBody>
      </p:sp>
      <p:sp>
        <p:nvSpPr>
          <p:cNvPr id="5" name="Shape 3"/>
          <p:cNvSpPr/>
          <p:nvPr/>
        </p:nvSpPr>
        <p:spPr>
          <a:xfrm rot="-2700000">
            <a:off x="-8979511" y="5407386"/>
            <a:ext cx="29260800" cy="487006"/>
          </a:xfrm>
          <a:prstGeom prst="rect">
            <a:avLst/>
          </a:prstGeom>
          <a:solidFill>
            <a:srgbClr val="00020B"/>
          </a:solidFill>
          <a:ln/>
        </p:spPr>
        <p:txBody>
          <a:bodyPr/>
          <a:p/>
        </p:txBody>
      </p:sp>
      <p:sp>
        <p:nvSpPr>
          <p:cNvPr id="6" name="Shape 4"/>
          <p:cNvSpPr/>
          <p:nvPr/>
        </p:nvSpPr>
        <p:spPr>
          <a:xfrm rot="-2700000">
            <a:off x="-8807328" y="5579569"/>
            <a:ext cx="29260800" cy="487006"/>
          </a:xfrm>
          <a:prstGeom prst="rect">
            <a:avLst/>
          </a:prstGeom>
          <a:solidFill>
            <a:srgbClr val="00030E"/>
          </a:solidFill>
          <a:ln/>
        </p:spPr>
        <p:txBody>
          <a:bodyPr/>
          <a:p/>
        </p:txBody>
      </p:sp>
      <p:sp>
        <p:nvSpPr>
          <p:cNvPr id="7" name="Shape 5"/>
          <p:cNvSpPr/>
          <p:nvPr/>
        </p:nvSpPr>
        <p:spPr>
          <a:xfrm rot="-2700000">
            <a:off x="-8635145" y="5751752"/>
            <a:ext cx="29260800" cy="487006"/>
          </a:xfrm>
          <a:prstGeom prst="rect">
            <a:avLst/>
          </a:prstGeom>
          <a:solidFill>
            <a:srgbClr val="000311"/>
          </a:solidFill>
          <a:ln/>
        </p:spPr>
        <p:txBody>
          <a:bodyPr/>
          <a:p/>
        </p:txBody>
      </p:sp>
      <p:sp>
        <p:nvSpPr>
          <p:cNvPr id="8" name="Shape 6"/>
          <p:cNvSpPr/>
          <p:nvPr/>
        </p:nvSpPr>
        <p:spPr>
          <a:xfrm rot="-2700000">
            <a:off x="-8462963" y="5923934"/>
            <a:ext cx="29260800" cy="487006"/>
          </a:xfrm>
          <a:prstGeom prst="rect">
            <a:avLst/>
          </a:prstGeom>
          <a:solidFill>
            <a:srgbClr val="000414"/>
          </a:solidFill>
          <a:ln/>
        </p:spPr>
        <p:txBody>
          <a:bodyPr/>
          <a:p/>
        </p:txBody>
      </p:sp>
      <p:sp>
        <p:nvSpPr>
          <p:cNvPr id="9" name="Shape 7"/>
          <p:cNvSpPr/>
          <p:nvPr/>
        </p:nvSpPr>
        <p:spPr>
          <a:xfrm rot="-2700000">
            <a:off x="-8290780" y="6096117"/>
            <a:ext cx="29260800" cy="487006"/>
          </a:xfrm>
          <a:prstGeom prst="rect">
            <a:avLst/>
          </a:prstGeom>
          <a:solidFill>
            <a:srgbClr val="000417"/>
          </a:solidFill>
          <a:ln/>
        </p:spPr>
        <p:txBody>
          <a:bodyPr/>
          <a:p/>
        </p:txBody>
      </p:sp>
      <p:sp>
        <p:nvSpPr>
          <p:cNvPr id="10" name="Shape 8"/>
          <p:cNvSpPr/>
          <p:nvPr/>
        </p:nvSpPr>
        <p:spPr>
          <a:xfrm rot="-2700000">
            <a:off x="-8118597" y="6268300"/>
            <a:ext cx="29260800" cy="487006"/>
          </a:xfrm>
          <a:prstGeom prst="rect">
            <a:avLst/>
          </a:prstGeom>
          <a:solidFill>
            <a:srgbClr val="00051A"/>
          </a:solidFill>
          <a:ln/>
        </p:spPr>
        <p:txBody>
          <a:bodyPr/>
          <a:p/>
        </p:txBody>
      </p:sp>
      <p:sp>
        <p:nvSpPr>
          <p:cNvPr id="11" name="Shape 9"/>
          <p:cNvSpPr/>
          <p:nvPr/>
        </p:nvSpPr>
        <p:spPr>
          <a:xfrm rot="-2700000">
            <a:off x="-7946414" y="6440482"/>
            <a:ext cx="29260800" cy="487006"/>
          </a:xfrm>
          <a:prstGeom prst="rect">
            <a:avLst/>
          </a:prstGeom>
          <a:solidFill>
            <a:srgbClr val="00051D"/>
          </a:solidFill>
          <a:ln/>
        </p:spPr>
        <p:txBody>
          <a:bodyPr/>
          <a:p/>
        </p:txBody>
      </p:sp>
      <p:sp>
        <p:nvSpPr>
          <p:cNvPr id="12" name="Shape 10"/>
          <p:cNvSpPr/>
          <p:nvPr/>
        </p:nvSpPr>
        <p:spPr>
          <a:xfrm rot="-2700000">
            <a:off x="-7774232" y="6612665"/>
            <a:ext cx="29260800" cy="487006"/>
          </a:xfrm>
          <a:prstGeom prst="rect">
            <a:avLst/>
          </a:prstGeom>
          <a:solidFill>
            <a:srgbClr val="000620"/>
          </a:solidFill>
          <a:ln/>
        </p:spPr>
        <p:txBody>
          <a:bodyPr/>
          <a:p/>
        </p:txBody>
      </p:sp>
      <p:sp>
        <p:nvSpPr>
          <p:cNvPr id="13" name="Shape 11"/>
          <p:cNvSpPr/>
          <p:nvPr/>
        </p:nvSpPr>
        <p:spPr>
          <a:xfrm rot="-2700000">
            <a:off x="-7602049" y="6784848"/>
            <a:ext cx="29260800" cy="487006"/>
          </a:xfrm>
          <a:prstGeom prst="rect">
            <a:avLst/>
          </a:prstGeom>
          <a:solidFill>
            <a:srgbClr val="000623"/>
          </a:solidFill>
          <a:ln/>
        </p:spPr>
        <p:txBody>
          <a:bodyPr/>
          <a:p/>
        </p:txBody>
      </p:sp>
      <p:sp>
        <p:nvSpPr>
          <p:cNvPr id="14" name="Shape 12"/>
          <p:cNvSpPr/>
          <p:nvPr/>
        </p:nvSpPr>
        <p:spPr>
          <a:xfrm rot="-2700000">
            <a:off x="-7429866" y="6957031"/>
            <a:ext cx="29260800" cy="487006"/>
          </a:xfrm>
          <a:prstGeom prst="rect">
            <a:avLst/>
          </a:prstGeom>
          <a:solidFill>
            <a:srgbClr val="000726"/>
          </a:solidFill>
          <a:ln/>
        </p:spPr>
        <p:txBody>
          <a:bodyPr/>
          <a:p/>
        </p:txBody>
      </p:sp>
      <p:sp>
        <p:nvSpPr>
          <p:cNvPr id="15" name="Shape 13"/>
          <p:cNvSpPr/>
          <p:nvPr/>
        </p:nvSpPr>
        <p:spPr>
          <a:xfrm rot="-2700000">
            <a:off x="-7257684" y="7129213"/>
            <a:ext cx="29260800" cy="487006"/>
          </a:xfrm>
          <a:prstGeom prst="rect">
            <a:avLst/>
          </a:prstGeom>
          <a:solidFill>
            <a:srgbClr val="000829"/>
          </a:solidFill>
          <a:ln/>
        </p:spPr>
        <p:txBody>
          <a:bodyPr/>
          <a:p/>
        </p:txBody>
      </p:sp>
      <p:sp>
        <p:nvSpPr>
          <p:cNvPr id="16" name="Shape 14"/>
          <p:cNvSpPr/>
          <p:nvPr/>
        </p:nvSpPr>
        <p:spPr>
          <a:xfrm rot="-2700000">
            <a:off x="-7085501" y="7301396"/>
            <a:ext cx="29260800" cy="487006"/>
          </a:xfrm>
          <a:prstGeom prst="rect">
            <a:avLst/>
          </a:prstGeom>
          <a:solidFill>
            <a:srgbClr val="00082C"/>
          </a:solidFill>
          <a:ln/>
        </p:spPr>
        <p:txBody>
          <a:bodyPr/>
          <a:p/>
        </p:txBody>
      </p:sp>
      <p:sp>
        <p:nvSpPr>
          <p:cNvPr id="17" name="Shape 15"/>
          <p:cNvSpPr/>
          <p:nvPr/>
        </p:nvSpPr>
        <p:spPr>
          <a:xfrm rot="-2700000">
            <a:off x="-6913318" y="7473579"/>
            <a:ext cx="29260800" cy="487006"/>
          </a:xfrm>
          <a:prstGeom prst="rect">
            <a:avLst/>
          </a:prstGeom>
          <a:solidFill>
            <a:srgbClr val="00092F"/>
          </a:solidFill>
          <a:ln/>
        </p:spPr>
        <p:txBody>
          <a:bodyPr/>
          <a:p/>
        </p:txBody>
      </p:sp>
      <p:sp>
        <p:nvSpPr>
          <p:cNvPr id="18" name="Shape 16"/>
          <p:cNvSpPr/>
          <p:nvPr/>
        </p:nvSpPr>
        <p:spPr>
          <a:xfrm rot="-2700000">
            <a:off x="-6741136" y="7645761"/>
            <a:ext cx="29260800" cy="487006"/>
          </a:xfrm>
          <a:prstGeom prst="rect">
            <a:avLst/>
          </a:prstGeom>
          <a:solidFill>
            <a:srgbClr val="000932"/>
          </a:solidFill>
          <a:ln/>
        </p:spPr>
        <p:txBody>
          <a:bodyPr/>
          <a:p/>
        </p:txBody>
      </p:sp>
      <p:sp>
        <p:nvSpPr>
          <p:cNvPr id="19" name="Shape 17"/>
          <p:cNvSpPr/>
          <p:nvPr/>
        </p:nvSpPr>
        <p:spPr>
          <a:xfrm rot="-2700000">
            <a:off x="-6568953" y="7817944"/>
            <a:ext cx="29260800" cy="487006"/>
          </a:xfrm>
          <a:prstGeom prst="rect">
            <a:avLst/>
          </a:prstGeom>
          <a:solidFill>
            <a:srgbClr val="000A35"/>
          </a:solidFill>
          <a:ln/>
        </p:spPr>
        <p:txBody>
          <a:bodyPr/>
          <a:p/>
        </p:txBody>
      </p:sp>
      <p:sp>
        <p:nvSpPr>
          <p:cNvPr id="20" name="Shape 18"/>
          <p:cNvSpPr/>
          <p:nvPr/>
        </p:nvSpPr>
        <p:spPr>
          <a:xfrm rot="-2700000">
            <a:off x="-6396770" y="7990127"/>
            <a:ext cx="29260800" cy="487006"/>
          </a:xfrm>
          <a:prstGeom prst="rect">
            <a:avLst/>
          </a:prstGeom>
          <a:solidFill>
            <a:srgbClr val="000A38"/>
          </a:solidFill>
          <a:ln/>
        </p:spPr>
        <p:txBody>
          <a:bodyPr/>
          <a:p/>
        </p:txBody>
      </p:sp>
      <p:sp>
        <p:nvSpPr>
          <p:cNvPr id="21" name="Shape 19"/>
          <p:cNvSpPr/>
          <p:nvPr/>
        </p:nvSpPr>
        <p:spPr>
          <a:xfrm rot="-2700000">
            <a:off x="-6224588" y="8162309"/>
            <a:ext cx="29260800" cy="487006"/>
          </a:xfrm>
          <a:prstGeom prst="rect">
            <a:avLst/>
          </a:prstGeom>
          <a:solidFill>
            <a:srgbClr val="000B3C"/>
          </a:solidFill>
          <a:ln/>
        </p:spPr>
        <p:txBody>
          <a:bodyPr/>
          <a:p/>
        </p:txBody>
      </p:sp>
      <p:sp>
        <p:nvSpPr>
          <p:cNvPr id="22" name="Shape 20"/>
          <p:cNvSpPr/>
          <p:nvPr/>
        </p:nvSpPr>
        <p:spPr>
          <a:xfrm rot="-2700000">
            <a:off x="-6052405" y="8334492"/>
            <a:ext cx="29260800" cy="487006"/>
          </a:xfrm>
          <a:prstGeom prst="rect">
            <a:avLst/>
          </a:prstGeom>
          <a:solidFill>
            <a:srgbClr val="000C3F"/>
          </a:solidFill>
          <a:ln/>
        </p:spPr>
        <p:txBody>
          <a:bodyPr/>
          <a:p/>
        </p:txBody>
      </p:sp>
      <p:sp>
        <p:nvSpPr>
          <p:cNvPr id="23" name="Shape 21"/>
          <p:cNvSpPr/>
          <p:nvPr/>
        </p:nvSpPr>
        <p:spPr>
          <a:xfrm rot="-2700000">
            <a:off x="-5880222" y="8506675"/>
            <a:ext cx="29260800" cy="487006"/>
          </a:xfrm>
          <a:prstGeom prst="rect">
            <a:avLst/>
          </a:prstGeom>
          <a:solidFill>
            <a:srgbClr val="000C42"/>
          </a:solidFill>
          <a:ln/>
        </p:spPr>
        <p:txBody>
          <a:bodyPr/>
          <a:p/>
        </p:txBody>
      </p:sp>
      <p:sp>
        <p:nvSpPr>
          <p:cNvPr id="24" name="Shape 22"/>
          <p:cNvSpPr/>
          <p:nvPr/>
        </p:nvSpPr>
        <p:spPr>
          <a:xfrm rot="-2700000">
            <a:off x="-5708039" y="8678857"/>
            <a:ext cx="29260800" cy="487006"/>
          </a:xfrm>
          <a:prstGeom prst="rect">
            <a:avLst/>
          </a:prstGeom>
          <a:solidFill>
            <a:srgbClr val="000D45"/>
          </a:solidFill>
          <a:ln/>
        </p:spPr>
        <p:txBody>
          <a:bodyPr/>
          <a:p/>
        </p:txBody>
      </p:sp>
      <p:sp>
        <p:nvSpPr>
          <p:cNvPr id="25" name="Shape 23"/>
          <p:cNvSpPr/>
          <p:nvPr/>
        </p:nvSpPr>
        <p:spPr>
          <a:xfrm rot="-2700000">
            <a:off x="-5535857" y="8851040"/>
            <a:ext cx="29260800" cy="487006"/>
          </a:xfrm>
          <a:prstGeom prst="rect">
            <a:avLst/>
          </a:prstGeom>
          <a:solidFill>
            <a:srgbClr val="000D48"/>
          </a:solidFill>
          <a:ln/>
        </p:spPr>
        <p:txBody>
          <a:bodyPr/>
          <a:p/>
        </p:txBody>
      </p:sp>
      <p:sp>
        <p:nvSpPr>
          <p:cNvPr id="26" name="Shape 24"/>
          <p:cNvSpPr/>
          <p:nvPr/>
        </p:nvSpPr>
        <p:spPr>
          <a:xfrm rot="-2700000">
            <a:off x="-5363674" y="9023223"/>
            <a:ext cx="29260800" cy="487006"/>
          </a:xfrm>
          <a:prstGeom prst="rect">
            <a:avLst/>
          </a:prstGeom>
          <a:solidFill>
            <a:srgbClr val="000E4B"/>
          </a:solidFill>
          <a:ln/>
        </p:spPr>
        <p:txBody>
          <a:bodyPr/>
          <a:p/>
        </p:txBody>
      </p:sp>
      <p:sp>
        <p:nvSpPr>
          <p:cNvPr id="27" name="Shape 25"/>
          <p:cNvSpPr/>
          <p:nvPr/>
        </p:nvSpPr>
        <p:spPr>
          <a:xfrm rot="-2700000">
            <a:off x="-5191491" y="9195406"/>
            <a:ext cx="29260800" cy="487006"/>
          </a:xfrm>
          <a:prstGeom prst="rect">
            <a:avLst/>
          </a:prstGeom>
          <a:solidFill>
            <a:srgbClr val="000E4E"/>
          </a:solidFill>
          <a:ln/>
        </p:spPr>
        <p:txBody>
          <a:bodyPr/>
          <a:p/>
        </p:txBody>
      </p:sp>
      <p:sp>
        <p:nvSpPr>
          <p:cNvPr id="28" name="Shape 26"/>
          <p:cNvSpPr/>
          <p:nvPr/>
        </p:nvSpPr>
        <p:spPr>
          <a:xfrm>
            <a:off x="0" y="0"/>
            <a:ext cx="12192000" cy="6858000"/>
          </a:xfrm>
          <a:custGeom>
            <a:avLst/>
            <a:gdLst/>
            <a:ahLst/>
            <a:cxnLst/>
            <a:rect l="l" t="t" r="r" b="b"/>
            <a:pathLst>
              <a:path w="12192000" h="6858000">
                <a:moveTo>
                  <a:pt x="12241987" y="0"/>
                </a:moveTo>
                <a:lnTo>
                  <a:pt x="12243077" y="97971"/>
                </a:lnTo>
                <a:lnTo>
                  <a:pt x="12246108" y="195943"/>
                </a:lnTo>
                <a:lnTo>
                  <a:pt x="12250453" y="293914"/>
                </a:lnTo>
                <a:lnTo>
                  <a:pt x="12255303" y="391886"/>
                </a:lnTo>
                <a:lnTo>
                  <a:pt x="12259915" y="489857"/>
                </a:lnTo>
                <a:lnTo>
                  <a:pt x="12263780" y="587829"/>
                </a:lnTo>
                <a:lnTo>
                  <a:pt x="12266682" y="685800"/>
                </a:lnTo>
                <a:lnTo>
                  <a:pt x="12268651" y="783771"/>
                </a:lnTo>
                <a:lnTo>
                  <a:pt x="12269862" y="881743"/>
                </a:lnTo>
                <a:lnTo>
                  <a:pt x="12270529" y="979714"/>
                </a:lnTo>
                <a:lnTo>
                  <a:pt x="12270841" y="1077686"/>
                </a:lnTo>
                <a:lnTo>
                  <a:pt x="12270931" y="1175657"/>
                </a:lnTo>
                <a:lnTo>
                  <a:pt x="12270871" y="1273629"/>
                </a:lnTo>
                <a:lnTo>
                  <a:pt x="12270685" y="1371600"/>
                </a:lnTo>
                <a:lnTo>
                  <a:pt x="12270360" y="1469571"/>
                </a:lnTo>
                <a:lnTo>
                  <a:pt x="12269858" y="1567543"/>
                </a:lnTo>
                <a:lnTo>
                  <a:pt x="12269121" y="1665514"/>
                </a:lnTo>
                <a:lnTo>
                  <a:pt x="12268073" y="1763486"/>
                </a:lnTo>
                <a:lnTo>
                  <a:pt x="12266629" y="1861457"/>
                </a:lnTo>
                <a:lnTo>
                  <a:pt x="12264696" y="1959429"/>
                </a:lnTo>
                <a:lnTo>
                  <a:pt x="12262181" y="2057400"/>
                </a:lnTo>
                <a:lnTo>
                  <a:pt x="12258996" y="2155371"/>
                </a:lnTo>
                <a:lnTo>
                  <a:pt x="12255069" y="2253343"/>
                </a:lnTo>
                <a:lnTo>
                  <a:pt x="12250346" y="2351314"/>
                </a:lnTo>
                <a:lnTo>
                  <a:pt x="12244794" y="2449286"/>
                </a:lnTo>
                <a:lnTo>
                  <a:pt x="12238399" y="2547257"/>
                </a:lnTo>
                <a:lnTo>
                  <a:pt x="12231153" y="2645229"/>
                </a:lnTo>
                <a:lnTo>
                  <a:pt x="12223046" y="2743200"/>
                </a:lnTo>
                <a:lnTo>
                  <a:pt x="12214049" y="2841171"/>
                </a:lnTo>
                <a:lnTo>
                  <a:pt x="12204104" y="2939143"/>
                </a:lnTo>
                <a:lnTo>
                  <a:pt x="12193114" y="3037114"/>
                </a:lnTo>
                <a:lnTo>
                  <a:pt x="12180949" y="3135086"/>
                </a:lnTo>
                <a:lnTo>
                  <a:pt x="12167462" y="3233057"/>
                </a:lnTo>
                <a:lnTo>
                  <a:pt x="12152514" y="3331029"/>
                </a:lnTo>
                <a:lnTo>
                  <a:pt x="12136015" y="3429000"/>
                </a:lnTo>
                <a:lnTo>
                  <a:pt x="12117964" y="3526971"/>
                </a:lnTo>
                <a:lnTo>
                  <a:pt x="12098483" y="3624943"/>
                </a:lnTo>
                <a:lnTo>
                  <a:pt x="12077852" y="3722914"/>
                </a:lnTo>
                <a:lnTo>
                  <a:pt x="12056518" y="3820886"/>
                </a:lnTo>
                <a:lnTo>
                  <a:pt x="12035088" y="3918857"/>
                </a:lnTo>
                <a:lnTo>
                  <a:pt x="12014301" y="4016829"/>
                </a:lnTo>
                <a:lnTo>
                  <a:pt x="11994982" y="4114800"/>
                </a:lnTo>
                <a:lnTo>
                  <a:pt x="11977982" y="4212771"/>
                </a:lnTo>
                <a:lnTo>
                  <a:pt x="11964108" y="4310743"/>
                </a:lnTo>
                <a:lnTo>
                  <a:pt x="11954055" y="4408714"/>
                </a:lnTo>
                <a:lnTo>
                  <a:pt x="11948347" y="4506686"/>
                </a:lnTo>
                <a:lnTo>
                  <a:pt x="11947293" y="4604657"/>
                </a:lnTo>
                <a:lnTo>
                  <a:pt x="11950953" y="4702629"/>
                </a:lnTo>
                <a:lnTo>
                  <a:pt x="11959139" y="4800600"/>
                </a:lnTo>
                <a:lnTo>
                  <a:pt x="11971424" y="4898571"/>
                </a:lnTo>
                <a:lnTo>
                  <a:pt x="11987178" y="4996543"/>
                </a:lnTo>
                <a:lnTo>
                  <a:pt x="12005618" y="5094514"/>
                </a:lnTo>
                <a:lnTo>
                  <a:pt x="12025860" y="5192486"/>
                </a:lnTo>
                <a:lnTo>
                  <a:pt x="12046985" y="5290457"/>
                </a:lnTo>
                <a:lnTo>
                  <a:pt x="12068097" y="5388429"/>
                </a:lnTo>
                <a:lnTo>
                  <a:pt x="12088374" y="5486400"/>
                </a:lnTo>
                <a:lnTo>
                  <a:pt x="12107108" y="5584371"/>
                </a:lnTo>
                <a:lnTo>
                  <a:pt x="12123736" y="5682343"/>
                </a:lnTo>
                <a:lnTo>
                  <a:pt x="12137853" y="5780314"/>
                </a:lnTo>
                <a:lnTo>
                  <a:pt x="12149215" y="5878286"/>
                </a:lnTo>
                <a:lnTo>
                  <a:pt x="12157730" y="5976257"/>
                </a:lnTo>
                <a:lnTo>
                  <a:pt x="12163440" y="6074229"/>
                </a:lnTo>
                <a:lnTo>
                  <a:pt x="12166502" y="6172200"/>
                </a:lnTo>
                <a:lnTo>
                  <a:pt x="12167160" y="6270171"/>
                </a:lnTo>
                <a:lnTo>
                  <a:pt x="12165725" y="6368143"/>
                </a:lnTo>
                <a:lnTo>
                  <a:pt x="12162546" y="6466114"/>
                </a:lnTo>
                <a:lnTo>
                  <a:pt x="12157997" y="6564086"/>
                </a:lnTo>
                <a:lnTo>
                  <a:pt x="12152455" y="6662057"/>
                </a:lnTo>
                <a:lnTo>
                  <a:pt x="12146291" y="6760029"/>
                </a:lnTo>
                <a:lnTo>
                  <a:pt x="12139857" y="6858000"/>
                </a:lnTo>
                <a:moveTo>
                  <a:pt x="12223797" y="0"/>
                </a:moveTo>
                <a:lnTo>
                  <a:pt x="12225564" y="97971"/>
                </a:lnTo>
                <a:lnTo>
                  <a:pt x="12230480" y="195943"/>
                </a:lnTo>
                <a:lnTo>
                  <a:pt x="12237525" y="293914"/>
                </a:lnTo>
                <a:lnTo>
                  <a:pt x="12245391" y="391886"/>
                </a:lnTo>
                <a:lnTo>
                  <a:pt x="12252870" y="489857"/>
                </a:lnTo>
                <a:lnTo>
                  <a:pt x="12259137" y="587829"/>
                </a:lnTo>
                <a:lnTo>
                  <a:pt x="12263844" y="685800"/>
                </a:lnTo>
                <a:lnTo>
                  <a:pt x="12267038" y="783771"/>
                </a:lnTo>
                <a:lnTo>
                  <a:pt x="12269002" y="881743"/>
                </a:lnTo>
                <a:lnTo>
                  <a:pt x="12270086" y="979714"/>
                </a:lnTo>
                <a:lnTo>
                  <a:pt x="12270596" y="1077686"/>
                </a:lnTo>
                <a:lnTo>
                  <a:pt x="12270748" y="1175657"/>
                </a:lnTo>
                <a:lnTo>
                  <a:pt x="12270660" y="1273629"/>
                </a:lnTo>
                <a:lnTo>
                  <a:pt x="12270375" y="1371600"/>
                </a:lnTo>
                <a:lnTo>
                  <a:pt x="12269875" y="1469571"/>
                </a:lnTo>
                <a:lnTo>
                  <a:pt x="12269105" y="1567543"/>
                </a:lnTo>
                <a:lnTo>
                  <a:pt x="12267977" y="1665514"/>
                </a:lnTo>
                <a:lnTo>
                  <a:pt x="12266384" y="1763486"/>
                </a:lnTo>
                <a:lnTo>
                  <a:pt x="12264204" y="1861457"/>
                </a:lnTo>
                <a:lnTo>
                  <a:pt x="12261310" y="1959429"/>
                </a:lnTo>
                <a:lnTo>
                  <a:pt x="12257586" y="2057400"/>
                </a:lnTo>
                <a:lnTo>
                  <a:pt x="12252936" y="2155371"/>
                </a:lnTo>
                <a:lnTo>
                  <a:pt x="12247299" y="2253343"/>
                </a:lnTo>
                <a:lnTo>
                  <a:pt x="12240663" y="2351314"/>
                </a:lnTo>
                <a:lnTo>
                  <a:pt x="12233064" y="2449286"/>
                </a:lnTo>
                <a:lnTo>
                  <a:pt x="12224585" y="2547257"/>
                </a:lnTo>
                <a:lnTo>
                  <a:pt x="12215340" y="2645229"/>
                </a:lnTo>
                <a:lnTo>
                  <a:pt x="12205450" y="2743200"/>
                </a:lnTo>
                <a:lnTo>
                  <a:pt x="12195016" y="2841171"/>
                </a:lnTo>
                <a:lnTo>
                  <a:pt x="12184091" y="2939143"/>
                </a:lnTo>
                <a:lnTo>
                  <a:pt x="12172657" y="3037114"/>
                </a:lnTo>
                <a:lnTo>
                  <a:pt x="12160620" y="3135086"/>
                </a:lnTo>
                <a:lnTo>
                  <a:pt x="12147821" y="3233057"/>
                </a:lnTo>
                <a:lnTo>
                  <a:pt x="12134064" y="3331029"/>
                </a:lnTo>
                <a:lnTo>
                  <a:pt x="12119159" y="3429000"/>
                </a:lnTo>
                <a:lnTo>
                  <a:pt x="12102981" y="3526971"/>
                </a:lnTo>
                <a:lnTo>
                  <a:pt x="12085519" y="3624943"/>
                </a:lnTo>
                <a:lnTo>
                  <a:pt x="12066921" y="3722914"/>
                </a:lnTo>
                <a:lnTo>
                  <a:pt x="12047517" y="3820886"/>
                </a:lnTo>
                <a:lnTo>
                  <a:pt x="12027826" y="3918857"/>
                </a:lnTo>
                <a:lnTo>
                  <a:pt x="12008522" y="4016829"/>
                </a:lnTo>
                <a:lnTo>
                  <a:pt x="11990398" y="4114800"/>
                </a:lnTo>
                <a:lnTo>
                  <a:pt x="11974290" y="4212771"/>
                </a:lnTo>
                <a:lnTo>
                  <a:pt x="11961012" y="4310743"/>
                </a:lnTo>
                <a:lnTo>
                  <a:pt x="11951275" y="4408714"/>
                </a:lnTo>
                <a:lnTo>
                  <a:pt x="11945622" y="4506686"/>
                </a:lnTo>
                <a:lnTo>
                  <a:pt x="11944378" y="4604657"/>
                </a:lnTo>
                <a:lnTo>
                  <a:pt x="11947615" y="4702629"/>
                </a:lnTo>
                <a:lnTo>
                  <a:pt x="11955151" y="4800600"/>
                </a:lnTo>
                <a:lnTo>
                  <a:pt x="11966556" y="4898571"/>
                </a:lnTo>
                <a:lnTo>
                  <a:pt x="11981190" y="4996543"/>
                </a:lnTo>
                <a:lnTo>
                  <a:pt x="11998253" y="5094514"/>
                </a:lnTo>
                <a:lnTo>
                  <a:pt x="12016841" y="5192486"/>
                </a:lnTo>
                <a:lnTo>
                  <a:pt x="12036014" y="5290457"/>
                </a:lnTo>
                <a:lnTo>
                  <a:pt x="12054852" y="5388429"/>
                </a:lnTo>
                <a:lnTo>
                  <a:pt x="12072511" y="5486400"/>
                </a:lnTo>
                <a:lnTo>
                  <a:pt x="12088266" y="5584371"/>
                </a:lnTo>
                <a:lnTo>
                  <a:pt x="12101542" y="5682343"/>
                </a:lnTo>
                <a:lnTo>
                  <a:pt x="12111931" y="5780314"/>
                </a:lnTo>
                <a:lnTo>
                  <a:pt x="12119193" y="5878286"/>
                </a:lnTo>
                <a:lnTo>
                  <a:pt x="12123251" y="5976257"/>
                </a:lnTo>
                <a:lnTo>
                  <a:pt x="12124175" y="6074229"/>
                </a:lnTo>
                <a:lnTo>
                  <a:pt x="12122163" y="6172200"/>
                </a:lnTo>
                <a:lnTo>
                  <a:pt x="12117512" y="6270171"/>
                </a:lnTo>
                <a:lnTo>
                  <a:pt x="12110599" y="6368143"/>
                </a:lnTo>
                <a:lnTo>
                  <a:pt x="12101854" y="6466114"/>
                </a:lnTo>
                <a:lnTo>
                  <a:pt x="12091739" y="6564086"/>
                </a:lnTo>
                <a:lnTo>
                  <a:pt x="12080729" y="6662057"/>
                </a:lnTo>
                <a:lnTo>
                  <a:pt x="12069299" y="6760029"/>
                </a:lnTo>
                <a:lnTo>
                  <a:pt x="12057907" y="6858000"/>
                </a:lnTo>
                <a:moveTo>
                  <a:pt x="12200197" y="0"/>
                </a:moveTo>
                <a:lnTo>
                  <a:pt x="12202843" y="97971"/>
                </a:lnTo>
                <a:lnTo>
                  <a:pt x="12210203" y="195943"/>
                </a:lnTo>
                <a:lnTo>
                  <a:pt x="12220753" y="293914"/>
                </a:lnTo>
                <a:lnTo>
                  <a:pt x="12232531" y="391886"/>
                </a:lnTo>
                <a:lnTo>
                  <a:pt x="12243730" y="489857"/>
                </a:lnTo>
                <a:lnTo>
                  <a:pt x="12253114" y="587829"/>
                </a:lnTo>
                <a:lnTo>
                  <a:pt x="12260162" y="685800"/>
                </a:lnTo>
                <a:lnTo>
                  <a:pt x="12264946" y="783771"/>
                </a:lnTo>
                <a:lnTo>
                  <a:pt x="12267888" y="881743"/>
                </a:lnTo>
                <a:lnTo>
                  <a:pt x="12269512" y="979714"/>
                </a:lnTo>
                <a:lnTo>
                  <a:pt x="12270278" y="1077686"/>
                </a:lnTo>
                <a:lnTo>
                  <a:pt x="12270510" y="1175657"/>
                </a:lnTo>
                <a:lnTo>
                  <a:pt x="12270387" y="1273629"/>
                </a:lnTo>
                <a:lnTo>
                  <a:pt x="12269973" y="1371600"/>
                </a:lnTo>
                <a:lnTo>
                  <a:pt x="12269246" y="1469571"/>
                </a:lnTo>
                <a:lnTo>
                  <a:pt x="12268127" y="1567543"/>
                </a:lnTo>
                <a:lnTo>
                  <a:pt x="12266493" y="1665514"/>
                </a:lnTo>
                <a:lnTo>
                  <a:pt x="12264192" y="1763486"/>
                </a:lnTo>
                <a:lnTo>
                  <a:pt x="12261056" y="1861457"/>
                </a:lnTo>
                <a:lnTo>
                  <a:pt x="12256917" y="1959429"/>
                </a:lnTo>
                <a:lnTo>
                  <a:pt x="12251625" y="2057400"/>
                </a:lnTo>
                <a:lnTo>
                  <a:pt x="12245073" y="2155371"/>
                </a:lnTo>
                <a:lnTo>
                  <a:pt x="12237219" y="2253343"/>
                </a:lnTo>
                <a:lnTo>
                  <a:pt x="12228100" y="2351314"/>
                </a:lnTo>
                <a:lnTo>
                  <a:pt x="12217844" y="2449286"/>
                </a:lnTo>
                <a:lnTo>
                  <a:pt x="12206662" y="2547257"/>
                </a:lnTo>
                <a:lnTo>
                  <a:pt x="12194823" y="2645229"/>
                </a:lnTo>
                <a:lnTo>
                  <a:pt x="12182620" y="2743200"/>
                </a:lnTo>
                <a:lnTo>
                  <a:pt x="12170322" y="2841171"/>
                </a:lnTo>
                <a:lnTo>
                  <a:pt x="12158125" y="2939143"/>
                </a:lnTo>
                <a:lnTo>
                  <a:pt x="12146114" y="3037114"/>
                </a:lnTo>
                <a:lnTo>
                  <a:pt x="12134243" y="3135086"/>
                </a:lnTo>
                <a:lnTo>
                  <a:pt x="12122336" y="3233057"/>
                </a:lnTo>
                <a:lnTo>
                  <a:pt x="12110120" y="3331029"/>
                </a:lnTo>
                <a:lnTo>
                  <a:pt x="12097281" y="3429000"/>
                </a:lnTo>
                <a:lnTo>
                  <a:pt x="12083531" y="3526971"/>
                </a:lnTo>
                <a:lnTo>
                  <a:pt x="12068683" y="3624943"/>
                </a:lnTo>
                <a:lnTo>
                  <a:pt x="12052716" y="3722914"/>
                </a:lnTo>
                <a:lnTo>
                  <a:pt x="12035809" y="3820886"/>
                </a:lnTo>
                <a:lnTo>
                  <a:pt x="12018362" y="3918857"/>
                </a:lnTo>
                <a:lnTo>
                  <a:pt x="12000971" y="4016829"/>
                </a:lnTo>
                <a:lnTo>
                  <a:pt x="11984379" y="4114800"/>
                </a:lnTo>
                <a:lnTo>
                  <a:pt x="11969409" y="4212771"/>
                </a:lnTo>
                <a:lnTo>
                  <a:pt x="11956879" y="4310743"/>
                </a:lnTo>
                <a:lnTo>
                  <a:pt x="11947520" y="4408714"/>
                </a:lnTo>
                <a:lnTo>
                  <a:pt x="11941899" y="4506686"/>
                </a:lnTo>
                <a:lnTo>
                  <a:pt x="11940360" y="4604657"/>
                </a:lnTo>
                <a:lnTo>
                  <a:pt x="11942993" y="4702629"/>
                </a:lnTo>
                <a:lnTo>
                  <a:pt x="11949619" y="4800600"/>
                </a:lnTo>
                <a:lnTo>
                  <a:pt x="11959805" y="4898571"/>
                </a:lnTo>
                <a:lnTo>
                  <a:pt x="11972897" y="4996543"/>
                </a:lnTo>
                <a:lnTo>
                  <a:pt x="11988074" y="5094514"/>
                </a:lnTo>
                <a:lnTo>
                  <a:pt x="12004406" y="5192486"/>
                </a:lnTo>
                <a:lnTo>
                  <a:pt x="12020923" y="5290457"/>
                </a:lnTo>
                <a:lnTo>
                  <a:pt x="12036677" y="5388429"/>
                </a:lnTo>
                <a:lnTo>
                  <a:pt x="12050797" y="5486400"/>
                </a:lnTo>
                <a:lnTo>
                  <a:pt x="12062540" y="5584371"/>
                </a:lnTo>
                <a:lnTo>
                  <a:pt x="12071317" y="5682343"/>
                </a:lnTo>
                <a:lnTo>
                  <a:pt x="12076716" y="5780314"/>
                </a:lnTo>
                <a:lnTo>
                  <a:pt x="12078510" y="5878286"/>
                </a:lnTo>
                <a:lnTo>
                  <a:pt x="12076646" y="5976257"/>
                </a:lnTo>
                <a:lnTo>
                  <a:pt x="12071236" y="6074229"/>
                </a:lnTo>
                <a:lnTo>
                  <a:pt x="12062534" y="6172200"/>
                </a:lnTo>
                <a:lnTo>
                  <a:pt x="12050914" y="6270171"/>
                </a:lnTo>
                <a:lnTo>
                  <a:pt x="12036844" y="6368143"/>
                </a:lnTo>
                <a:lnTo>
                  <a:pt x="12020859" y="6466114"/>
                </a:lnTo>
                <a:lnTo>
                  <a:pt x="12003542" y="6564086"/>
                </a:lnTo>
                <a:lnTo>
                  <a:pt x="11985498" y="6662057"/>
                </a:lnTo>
                <a:lnTo>
                  <a:pt x="11967339" y="6760029"/>
                </a:lnTo>
                <a:lnTo>
                  <a:pt x="11949660" y="6858000"/>
                </a:lnTo>
                <a:moveTo>
                  <a:pt x="12174007" y="0"/>
                </a:moveTo>
                <a:lnTo>
                  <a:pt x="12177628" y="97971"/>
                </a:lnTo>
                <a:lnTo>
                  <a:pt x="12187702" y="195943"/>
                </a:lnTo>
                <a:lnTo>
                  <a:pt x="12202140" y="293914"/>
                </a:lnTo>
                <a:lnTo>
                  <a:pt x="12218260" y="391886"/>
                </a:lnTo>
                <a:lnTo>
                  <a:pt x="12233587" y="489857"/>
                </a:lnTo>
                <a:lnTo>
                  <a:pt x="12246430" y="587829"/>
                </a:lnTo>
                <a:lnTo>
                  <a:pt x="12256076" y="685800"/>
                </a:lnTo>
                <a:lnTo>
                  <a:pt x="12262623" y="783771"/>
                </a:lnTo>
                <a:lnTo>
                  <a:pt x="12266650" y="881743"/>
                </a:lnTo>
                <a:lnTo>
                  <a:pt x="12268874" y="979714"/>
                </a:lnTo>
                <a:lnTo>
                  <a:pt x="12269926" y="1077686"/>
                </a:lnTo>
                <a:lnTo>
                  <a:pt x="12270246" y="1175657"/>
                </a:lnTo>
                <a:lnTo>
                  <a:pt x="12270084" y="1273629"/>
                </a:lnTo>
                <a:lnTo>
                  <a:pt x="12269527" y="1371600"/>
                </a:lnTo>
                <a:lnTo>
                  <a:pt x="12268548" y="1469571"/>
                </a:lnTo>
                <a:lnTo>
                  <a:pt x="12267042" y="1567543"/>
                </a:lnTo>
                <a:lnTo>
                  <a:pt x="12264846" y="1665514"/>
                </a:lnTo>
                <a:lnTo>
                  <a:pt x="12261760" y="1763486"/>
                </a:lnTo>
                <a:lnTo>
                  <a:pt x="12257564" y="1861457"/>
                </a:lnTo>
                <a:lnTo>
                  <a:pt x="12252042" y="1959429"/>
                </a:lnTo>
                <a:lnTo>
                  <a:pt x="12245010" y="2057400"/>
                </a:lnTo>
                <a:lnTo>
                  <a:pt x="12236348" y="2155371"/>
                </a:lnTo>
                <a:lnTo>
                  <a:pt x="12226032" y="2253343"/>
                </a:lnTo>
                <a:lnTo>
                  <a:pt x="12214158" y="2351314"/>
                </a:lnTo>
                <a:lnTo>
                  <a:pt x="12200954" y="2449286"/>
                </a:lnTo>
                <a:lnTo>
                  <a:pt x="12186772" y="2547257"/>
                </a:lnTo>
                <a:lnTo>
                  <a:pt x="12172055" y="2645229"/>
                </a:lnTo>
                <a:lnTo>
                  <a:pt x="12157284" y="2743200"/>
                </a:lnTo>
                <a:lnTo>
                  <a:pt x="12142916" y="2841171"/>
                </a:lnTo>
                <a:lnTo>
                  <a:pt x="12129306" y="2939143"/>
                </a:lnTo>
                <a:lnTo>
                  <a:pt x="12116655" y="3037114"/>
                </a:lnTo>
                <a:lnTo>
                  <a:pt x="12104966" y="3135086"/>
                </a:lnTo>
                <a:lnTo>
                  <a:pt x="12094047" y="3233057"/>
                </a:lnTo>
                <a:lnTo>
                  <a:pt x="12083540" y="3331029"/>
                </a:lnTo>
                <a:lnTo>
                  <a:pt x="12072989" y="3429000"/>
                </a:lnTo>
                <a:lnTo>
                  <a:pt x="12061928" y="3526971"/>
                </a:lnTo>
                <a:lnTo>
                  <a:pt x="12049976" y="3624943"/>
                </a:lnTo>
                <a:lnTo>
                  <a:pt x="12036919" y="3722914"/>
                </a:lnTo>
                <a:lnTo>
                  <a:pt x="12022772" y="3820886"/>
                </a:lnTo>
                <a:lnTo>
                  <a:pt x="12007803" y="3918857"/>
                </a:lnTo>
                <a:lnTo>
                  <a:pt x="11992514" y="4016829"/>
                </a:lnTo>
                <a:lnTo>
                  <a:pt x="11977599" y="4114800"/>
                </a:lnTo>
                <a:lnTo>
                  <a:pt x="11963862" y="4212771"/>
                </a:lnTo>
                <a:lnTo>
                  <a:pt x="11952126" y="4310743"/>
                </a:lnTo>
                <a:lnTo>
                  <a:pt x="11943141" y="4408714"/>
                </a:lnTo>
                <a:lnTo>
                  <a:pt x="11937498" y="4506686"/>
                </a:lnTo>
                <a:lnTo>
                  <a:pt x="11935567" y="4604657"/>
                </a:lnTo>
                <a:lnTo>
                  <a:pt x="11937451" y="4702629"/>
                </a:lnTo>
                <a:lnTo>
                  <a:pt x="11942975" y="4800600"/>
                </a:lnTo>
                <a:lnTo>
                  <a:pt x="11951701" y="4898571"/>
                </a:lnTo>
                <a:lnTo>
                  <a:pt x="11962959" y="4996543"/>
                </a:lnTo>
                <a:lnTo>
                  <a:pt x="11975904" y="5094514"/>
                </a:lnTo>
                <a:lnTo>
                  <a:pt x="11989578" y="5192486"/>
                </a:lnTo>
                <a:lnTo>
                  <a:pt x="12002979" y="5290457"/>
                </a:lnTo>
                <a:lnTo>
                  <a:pt x="12015128" y="5388429"/>
                </a:lnTo>
                <a:lnTo>
                  <a:pt x="12025129" y="5486400"/>
                </a:lnTo>
                <a:lnTo>
                  <a:pt x="12032218" y="5584371"/>
                </a:lnTo>
                <a:lnTo>
                  <a:pt x="12035796" y="5682343"/>
                </a:lnTo>
                <a:lnTo>
                  <a:pt x="12035455" y="5780314"/>
                </a:lnTo>
                <a:lnTo>
                  <a:pt x="12030983" y="5878286"/>
                </a:lnTo>
                <a:lnTo>
                  <a:pt x="12022364" y="5976257"/>
                </a:lnTo>
                <a:lnTo>
                  <a:pt x="12009761" y="6074229"/>
                </a:lnTo>
                <a:lnTo>
                  <a:pt x="11993500" y="6172200"/>
                </a:lnTo>
                <a:lnTo>
                  <a:pt x="11974044" y="6270171"/>
                </a:lnTo>
                <a:lnTo>
                  <a:pt x="11951969" y="6368143"/>
                </a:lnTo>
                <a:lnTo>
                  <a:pt x="11927937" y="6466114"/>
                </a:lnTo>
                <a:lnTo>
                  <a:pt x="11902667" y="6564086"/>
                </a:lnTo>
                <a:lnTo>
                  <a:pt x="11876912" y="6662057"/>
                </a:lnTo>
                <a:lnTo>
                  <a:pt x="11851438" y="6760029"/>
                </a:lnTo>
                <a:lnTo>
                  <a:pt x="11826994" y="6858000"/>
                </a:lnTo>
                <a:moveTo>
                  <a:pt x="12145979" y="0"/>
                </a:moveTo>
                <a:lnTo>
                  <a:pt x="12150644" y="97971"/>
                </a:lnTo>
                <a:lnTo>
                  <a:pt x="12163621" y="195943"/>
                </a:lnTo>
                <a:lnTo>
                  <a:pt x="12182221" y="293914"/>
                </a:lnTo>
                <a:lnTo>
                  <a:pt x="12202987" y="391886"/>
                </a:lnTo>
                <a:lnTo>
                  <a:pt x="12222731" y="489857"/>
                </a:lnTo>
                <a:lnTo>
                  <a:pt x="12239277" y="587829"/>
                </a:lnTo>
                <a:lnTo>
                  <a:pt x="12251703" y="685800"/>
                </a:lnTo>
                <a:lnTo>
                  <a:pt x="12260138" y="783771"/>
                </a:lnTo>
                <a:lnTo>
                  <a:pt x="12265326" y="881743"/>
                </a:lnTo>
                <a:lnTo>
                  <a:pt x="12268192" y="979714"/>
                </a:lnTo>
                <a:lnTo>
                  <a:pt x="12269548" y="1077686"/>
                </a:lnTo>
                <a:lnTo>
                  <a:pt x="12269964" y="1175657"/>
                </a:lnTo>
                <a:lnTo>
                  <a:pt x="12269759" y="1273629"/>
                </a:lnTo>
                <a:lnTo>
                  <a:pt x="12269049" y="1371600"/>
                </a:lnTo>
                <a:lnTo>
                  <a:pt x="12267801" y="1469571"/>
                </a:lnTo>
                <a:lnTo>
                  <a:pt x="12265881" y="1567543"/>
                </a:lnTo>
                <a:lnTo>
                  <a:pt x="12263084" y="1665514"/>
                </a:lnTo>
                <a:lnTo>
                  <a:pt x="12259157" y="1763486"/>
                </a:lnTo>
                <a:lnTo>
                  <a:pt x="12253826" y="1861457"/>
                </a:lnTo>
                <a:lnTo>
                  <a:pt x="12246824" y="1959429"/>
                </a:lnTo>
                <a:lnTo>
                  <a:pt x="12237930" y="2057400"/>
                </a:lnTo>
                <a:lnTo>
                  <a:pt x="12227010" y="2155371"/>
                </a:lnTo>
                <a:lnTo>
                  <a:pt x="12214060" y="2253343"/>
                </a:lnTo>
                <a:lnTo>
                  <a:pt x="12199237" y="2351314"/>
                </a:lnTo>
                <a:lnTo>
                  <a:pt x="12182879" y="2449286"/>
                </a:lnTo>
                <a:lnTo>
                  <a:pt x="12165486" y="2547257"/>
                </a:lnTo>
                <a:lnTo>
                  <a:pt x="12147687" y="2645229"/>
                </a:lnTo>
                <a:lnTo>
                  <a:pt x="12130169" y="2743200"/>
                </a:lnTo>
                <a:lnTo>
                  <a:pt x="12113584" y="2841171"/>
                </a:lnTo>
                <a:lnTo>
                  <a:pt x="12098462" y="2939143"/>
                </a:lnTo>
                <a:lnTo>
                  <a:pt x="12085124" y="3037114"/>
                </a:lnTo>
                <a:lnTo>
                  <a:pt x="12073629" y="3135086"/>
                </a:lnTo>
                <a:lnTo>
                  <a:pt x="12063764" y="3233057"/>
                </a:lnTo>
                <a:lnTo>
                  <a:pt x="12055083" y="3331029"/>
                </a:lnTo>
                <a:lnTo>
                  <a:pt x="12046976" y="3429000"/>
                </a:lnTo>
                <a:lnTo>
                  <a:pt x="12038788" y="3526971"/>
                </a:lnTo>
                <a:lnTo>
                  <a:pt x="12029926" y="3624943"/>
                </a:lnTo>
                <a:lnTo>
                  <a:pt x="12019974" y="3722914"/>
                </a:lnTo>
                <a:lnTo>
                  <a:pt x="12008768" y="3820886"/>
                </a:lnTo>
                <a:lnTo>
                  <a:pt x="11996432" y="3918857"/>
                </a:lnTo>
                <a:lnTo>
                  <a:pt x="11983372" y="4016829"/>
                </a:lnTo>
                <a:lnTo>
                  <a:pt x="11970224" y="4114800"/>
                </a:lnTo>
                <a:lnTo>
                  <a:pt x="11957770" y="4212771"/>
                </a:lnTo>
                <a:lnTo>
                  <a:pt x="11946840" y="4310743"/>
                </a:lnTo>
                <a:lnTo>
                  <a:pt x="11938202" y="4408714"/>
                </a:lnTo>
                <a:lnTo>
                  <a:pt x="11932474" y="4506686"/>
                </a:lnTo>
                <a:lnTo>
                  <a:pt x="11930045" y="4604657"/>
                </a:lnTo>
                <a:lnTo>
                  <a:pt x="11931036" y="4702629"/>
                </a:lnTo>
                <a:lnTo>
                  <a:pt x="11935274" y="4800600"/>
                </a:lnTo>
                <a:lnTo>
                  <a:pt x="11942314" y="4898571"/>
                </a:lnTo>
                <a:lnTo>
                  <a:pt x="11951469" y="4996543"/>
                </a:lnTo>
                <a:lnTo>
                  <a:pt x="11961868" y="5094514"/>
                </a:lnTo>
                <a:lnTo>
                  <a:pt x="11972522" y="5192486"/>
                </a:lnTo>
                <a:lnTo>
                  <a:pt x="11982396" y="5290457"/>
                </a:lnTo>
                <a:lnTo>
                  <a:pt x="11990483" y="5388429"/>
                </a:lnTo>
                <a:lnTo>
                  <a:pt x="11995859" y="5486400"/>
                </a:lnTo>
                <a:lnTo>
                  <a:pt x="11997742" y="5584371"/>
                </a:lnTo>
                <a:lnTo>
                  <a:pt x="11995530" y="5682343"/>
                </a:lnTo>
                <a:lnTo>
                  <a:pt x="11988822" y="5780314"/>
                </a:lnTo>
                <a:lnTo>
                  <a:pt x="11977432" y="5878286"/>
                </a:lnTo>
                <a:lnTo>
                  <a:pt x="11961386" y="5976257"/>
                </a:lnTo>
                <a:lnTo>
                  <a:pt x="11940913" y="6074229"/>
                </a:lnTo>
                <a:lnTo>
                  <a:pt x="11916421" y="6172200"/>
                </a:lnTo>
                <a:lnTo>
                  <a:pt x="11888480" y="6270171"/>
                </a:lnTo>
                <a:lnTo>
                  <a:pt x="11857788" y="6368143"/>
                </a:lnTo>
                <a:lnTo>
                  <a:pt x="11825145" y="6466114"/>
                </a:lnTo>
                <a:lnTo>
                  <a:pt x="11791425" y="6564086"/>
                </a:lnTo>
                <a:lnTo>
                  <a:pt x="11757543" y="6662057"/>
                </a:lnTo>
                <a:lnTo>
                  <a:pt x="11724428" y="6760029"/>
                </a:lnTo>
                <a:lnTo>
                  <a:pt x="11692997" y="6858000"/>
                </a:lnTo>
                <a:moveTo>
                  <a:pt x="12116500" y="0"/>
                </a:moveTo>
                <a:lnTo>
                  <a:pt x="12122262" y="97971"/>
                </a:lnTo>
                <a:lnTo>
                  <a:pt x="12138294" y="195943"/>
                </a:lnTo>
                <a:lnTo>
                  <a:pt x="12161271" y="293914"/>
                </a:lnTo>
                <a:lnTo>
                  <a:pt x="12186924" y="391886"/>
                </a:lnTo>
                <a:lnTo>
                  <a:pt x="12211314" y="489857"/>
                </a:lnTo>
                <a:lnTo>
                  <a:pt x="12231753" y="587829"/>
                </a:lnTo>
                <a:lnTo>
                  <a:pt x="12247104" y="685800"/>
                </a:lnTo>
                <a:lnTo>
                  <a:pt x="12257524" y="783771"/>
                </a:lnTo>
                <a:lnTo>
                  <a:pt x="12263934" y="881743"/>
                </a:lnTo>
                <a:lnTo>
                  <a:pt x="12267475" y="979714"/>
                </a:lnTo>
                <a:lnTo>
                  <a:pt x="12269151" y="1077686"/>
                </a:lnTo>
                <a:lnTo>
                  <a:pt x="12269667" y="1175657"/>
                </a:lnTo>
                <a:lnTo>
                  <a:pt x="12269418" y="1273629"/>
                </a:lnTo>
                <a:lnTo>
                  <a:pt x="12268547" y="1371600"/>
                </a:lnTo>
                <a:lnTo>
                  <a:pt x="12267016" y="1469571"/>
                </a:lnTo>
                <a:lnTo>
                  <a:pt x="12264660" y="1567543"/>
                </a:lnTo>
                <a:lnTo>
                  <a:pt x="12261230" y="1665514"/>
                </a:lnTo>
                <a:lnTo>
                  <a:pt x="12256419" y="1763486"/>
                </a:lnTo>
                <a:lnTo>
                  <a:pt x="12249894" y="1861457"/>
                </a:lnTo>
                <a:lnTo>
                  <a:pt x="12241336" y="1959429"/>
                </a:lnTo>
                <a:lnTo>
                  <a:pt x="12230484" y="2057400"/>
                </a:lnTo>
                <a:lnTo>
                  <a:pt x="12217189" y="2155371"/>
                </a:lnTo>
                <a:lnTo>
                  <a:pt x="12201468" y="2253343"/>
                </a:lnTo>
                <a:lnTo>
                  <a:pt x="12183544" y="2351314"/>
                </a:lnTo>
                <a:lnTo>
                  <a:pt x="12163866" y="2449286"/>
                </a:lnTo>
                <a:lnTo>
                  <a:pt x="12143096" y="2547257"/>
                </a:lnTo>
                <a:lnTo>
                  <a:pt x="12122057" y="2645229"/>
                </a:lnTo>
                <a:lnTo>
                  <a:pt x="12101648" y="2743200"/>
                </a:lnTo>
                <a:lnTo>
                  <a:pt x="12082732" y="2841171"/>
                </a:lnTo>
                <a:lnTo>
                  <a:pt x="12066018" y="2939143"/>
                </a:lnTo>
                <a:lnTo>
                  <a:pt x="12051956" y="3037114"/>
                </a:lnTo>
                <a:lnTo>
                  <a:pt x="12040662" y="3135086"/>
                </a:lnTo>
                <a:lnTo>
                  <a:pt x="12031905" y="3233057"/>
                </a:lnTo>
                <a:lnTo>
                  <a:pt x="12025139" y="3331029"/>
                </a:lnTo>
                <a:lnTo>
                  <a:pt x="12019599" y="3429000"/>
                </a:lnTo>
                <a:lnTo>
                  <a:pt x="12014425" y="3526971"/>
                </a:lnTo>
                <a:lnTo>
                  <a:pt x="12008805" y="3624943"/>
                </a:lnTo>
                <a:lnTo>
                  <a:pt x="12002106" y="3722914"/>
                </a:lnTo>
                <a:lnTo>
                  <a:pt x="11993977" y="3820886"/>
                </a:lnTo>
                <a:lnTo>
                  <a:pt x="11984391" y="3918857"/>
                </a:lnTo>
                <a:lnTo>
                  <a:pt x="11973650" y="4016829"/>
                </a:lnTo>
                <a:lnTo>
                  <a:pt x="11962328" y="4114800"/>
                </a:lnTo>
                <a:lnTo>
                  <a:pt x="11951186" y="4212771"/>
                </a:lnTo>
                <a:lnTo>
                  <a:pt x="11941053" y="4310743"/>
                </a:lnTo>
                <a:lnTo>
                  <a:pt x="11932720" y="4408714"/>
                </a:lnTo>
                <a:lnTo>
                  <a:pt x="11926828" y="4506686"/>
                </a:lnTo>
                <a:lnTo>
                  <a:pt x="11923790" y="4604657"/>
                </a:lnTo>
                <a:lnTo>
                  <a:pt x="11923739" y="4702629"/>
                </a:lnTo>
                <a:lnTo>
                  <a:pt x="11926505" y="4800600"/>
                </a:lnTo>
                <a:lnTo>
                  <a:pt x="11931635" y="4898571"/>
                </a:lnTo>
                <a:lnTo>
                  <a:pt x="11938422" y="4996543"/>
                </a:lnTo>
                <a:lnTo>
                  <a:pt x="11945969" y="5094514"/>
                </a:lnTo>
                <a:lnTo>
                  <a:pt x="11953254" y="5192486"/>
                </a:lnTo>
                <a:lnTo>
                  <a:pt x="11959212" y="5290457"/>
                </a:lnTo>
                <a:lnTo>
                  <a:pt x="11962802" y="5388429"/>
                </a:lnTo>
                <a:lnTo>
                  <a:pt x="11963079" y="5486400"/>
                </a:lnTo>
                <a:lnTo>
                  <a:pt x="11959248" y="5584371"/>
                </a:lnTo>
                <a:lnTo>
                  <a:pt x="11950704" y="5682343"/>
                </a:lnTo>
                <a:lnTo>
                  <a:pt x="11937063" y="5780314"/>
                </a:lnTo>
                <a:lnTo>
                  <a:pt x="11918172" y="5878286"/>
                </a:lnTo>
                <a:lnTo>
                  <a:pt x="11894112" y="5976257"/>
                </a:lnTo>
                <a:lnTo>
                  <a:pt x="11865187" y="6074229"/>
                </a:lnTo>
                <a:lnTo>
                  <a:pt x="11831902" y="6172200"/>
                </a:lnTo>
                <a:lnTo>
                  <a:pt x="11794945" y="6270171"/>
                </a:lnTo>
                <a:lnTo>
                  <a:pt x="11755151" y="6368143"/>
                </a:lnTo>
                <a:lnTo>
                  <a:pt x="11713473" y="6466114"/>
                </a:lnTo>
                <a:lnTo>
                  <a:pt x="11670951" y="6564086"/>
                </a:lnTo>
                <a:lnTo>
                  <a:pt x="11628673" y="6662057"/>
                </a:lnTo>
                <a:lnTo>
                  <a:pt x="11587745" y="6760029"/>
                </a:lnTo>
                <a:lnTo>
                  <a:pt x="11549253" y="6858000"/>
                </a:lnTo>
                <a:moveTo>
                  <a:pt x="12085810" y="0"/>
                </a:moveTo>
                <a:lnTo>
                  <a:pt x="12092715" y="97971"/>
                </a:lnTo>
                <a:lnTo>
                  <a:pt x="12111926" y="195943"/>
                </a:lnTo>
                <a:lnTo>
                  <a:pt x="12139460" y="293914"/>
                </a:lnTo>
                <a:lnTo>
                  <a:pt x="12170201" y="391886"/>
                </a:lnTo>
                <a:lnTo>
                  <a:pt x="12199428" y="489857"/>
                </a:lnTo>
                <a:lnTo>
                  <a:pt x="12223921" y="587829"/>
                </a:lnTo>
                <a:lnTo>
                  <a:pt x="12242315" y="685800"/>
                </a:lnTo>
                <a:lnTo>
                  <a:pt x="12254803" y="783771"/>
                </a:lnTo>
                <a:lnTo>
                  <a:pt x="12262484" y="881743"/>
                </a:lnTo>
                <a:lnTo>
                  <a:pt x="12266728" y="979714"/>
                </a:lnTo>
                <a:lnTo>
                  <a:pt x="12268738" y="1077686"/>
                </a:lnTo>
                <a:lnTo>
                  <a:pt x="12269358" y="1175657"/>
                </a:lnTo>
                <a:lnTo>
                  <a:pt x="12269062" y="1273629"/>
                </a:lnTo>
                <a:lnTo>
                  <a:pt x="12268024" y="1371600"/>
                </a:lnTo>
                <a:lnTo>
                  <a:pt x="12266198" y="1469571"/>
                </a:lnTo>
                <a:lnTo>
                  <a:pt x="12263389" y="1567543"/>
                </a:lnTo>
                <a:lnTo>
                  <a:pt x="12259300" y="1665514"/>
                </a:lnTo>
                <a:lnTo>
                  <a:pt x="12253569" y="1763486"/>
                </a:lnTo>
                <a:lnTo>
                  <a:pt x="12245801" y="1861457"/>
                </a:lnTo>
                <a:lnTo>
                  <a:pt x="12235623" y="1959429"/>
                </a:lnTo>
                <a:lnTo>
                  <a:pt x="12222732" y="2057400"/>
                </a:lnTo>
                <a:lnTo>
                  <a:pt x="12206964" y="2155371"/>
                </a:lnTo>
                <a:lnTo>
                  <a:pt x="12188358" y="2253343"/>
                </a:lnTo>
                <a:lnTo>
                  <a:pt x="12167206" y="2351314"/>
                </a:lnTo>
                <a:lnTo>
                  <a:pt x="12144073" y="2449286"/>
                </a:lnTo>
                <a:lnTo>
                  <a:pt x="12119787" y="2547257"/>
                </a:lnTo>
                <a:lnTo>
                  <a:pt x="12095373" y="2645229"/>
                </a:lnTo>
                <a:lnTo>
                  <a:pt x="12071954" y="2743200"/>
                </a:lnTo>
                <a:lnTo>
                  <a:pt x="12050610" y="2841171"/>
                </a:lnTo>
                <a:lnTo>
                  <a:pt x="12032238" y="2939143"/>
                </a:lnTo>
                <a:lnTo>
                  <a:pt x="12017421" y="3037114"/>
                </a:lnTo>
                <a:lnTo>
                  <a:pt x="12006334" y="3135086"/>
                </a:lnTo>
                <a:lnTo>
                  <a:pt x="11998726" y="3233057"/>
                </a:lnTo>
                <a:lnTo>
                  <a:pt x="11993951" y="3331029"/>
                </a:lnTo>
                <a:lnTo>
                  <a:pt x="11991077" y="3429000"/>
                </a:lnTo>
                <a:lnTo>
                  <a:pt x="11989033" y="3526971"/>
                </a:lnTo>
                <a:lnTo>
                  <a:pt x="11986777" y="3624943"/>
                </a:lnTo>
                <a:lnTo>
                  <a:pt x="11983453" y="3722914"/>
                </a:lnTo>
                <a:lnTo>
                  <a:pt x="11978509" y="3820886"/>
                </a:lnTo>
                <a:lnTo>
                  <a:pt x="11971764" y="3918857"/>
                </a:lnTo>
                <a:lnTo>
                  <a:pt x="11963408" y="4016829"/>
                </a:lnTo>
                <a:lnTo>
                  <a:pt x="11953952" y="4114800"/>
                </a:lnTo>
                <a:lnTo>
                  <a:pt x="11944129" y="4212771"/>
                </a:lnTo>
                <a:lnTo>
                  <a:pt x="11934772" y="4310743"/>
                </a:lnTo>
                <a:lnTo>
                  <a:pt x="11926690" y="4408714"/>
                </a:lnTo>
                <a:lnTo>
                  <a:pt x="11920547" y="4506686"/>
                </a:lnTo>
                <a:lnTo>
                  <a:pt x="11916779" y="4604657"/>
                </a:lnTo>
                <a:lnTo>
                  <a:pt x="11915529" y="4702629"/>
                </a:lnTo>
                <a:lnTo>
                  <a:pt x="11916633" y="4800600"/>
                </a:lnTo>
                <a:lnTo>
                  <a:pt x="11919625" y="4898571"/>
                </a:lnTo>
                <a:lnTo>
                  <a:pt x="11923778" y="4996543"/>
                </a:lnTo>
                <a:lnTo>
                  <a:pt x="11928166" y="5094514"/>
                </a:lnTo>
                <a:lnTo>
                  <a:pt x="11931737" y="5192486"/>
                </a:lnTo>
                <a:lnTo>
                  <a:pt x="11933392" y="5290457"/>
                </a:lnTo>
                <a:lnTo>
                  <a:pt x="11932063" y="5388429"/>
                </a:lnTo>
                <a:lnTo>
                  <a:pt x="11926784" y="5486400"/>
                </a:lnTo>
                <a:lnTo>
                  <a:pt x="11916749" y="5584371"/>
                </a:lnTo>
                <a:lnTo>
                  <a:pt x="11901361" y="5682343"/>
                </a:lnTo>
                <a:lnTo>
                  <a:pt x="11880257" y="5780314"/>
                </a:lnTo>
                <a:lnTo>
                  <a:pt x="11853329" y="5878286"/>
                </a:lnTo>
                <a:lnTo>
                  <a:pt x="11820721" y="5976257"/>
                </a:lnTo>
                <a:lnTo>
                  <a:pt x="11782825" y="6074229"/>
                </a:lnTo>
                <a:lnTo>
                  <a:pt x="11740256" y="6172200"/>
                </a:lnTo>
                <a:lnTo>
                  <a:pt x="11693833" y="6270171"/>
                </a:lnTo>
                <a:lnTo>
                  <a:pt x="11644542" y="6368143"/>
                </a:lnTo>
                <a:lnTo>
                  <a:pt x="11593501" y="6466114"/>
                </a:lnTo>
                <a:lnTo>
                  <a:pt x="11541928" y="6564086"/>
                </a:lnTo>
                <a:lnTo>
                  <a:pt x="11491093" y="6662057"/>
                </a:lnTo>
                <a:lnTo>
                  <a:pt x="11442285" y="6760029"/>
                </a:lnTo>
                <a:lnTo>
                  <a:pt x="11396769" y="6858000"/>
                </a:lnTo>
                <a:moveTo>
                  <a:pt x="12054076" y="0"/>
                </a:moveTo>
                <a:lnTo>
                  <a:pt x="12062163" y="97971"/>
                </a:lnTo>
                <a:lnTo>
                  <a:pt x="12084661" y="195943"/>
                </a:lnTo>
                <a:lnTo>
                  <a:pt x="12116907" y="293914"/>
                </a:lnTo>
                <a:lnTo>
                  <a:pt x="12152908" y="391886"/>
                </a:lnTo>
                <a:lnTo>
                  <a:pt x="12187138" y="489857"/>
                </a:lnTo>
                <a:lnTo>
                  <a:pt x="12215822" y="587829"/>
                </a:lnTo>
                <a:lnTo>
                  <a:pt x="12237364" y="685800"/>
                </a:lnTo>
                <a:lnTo>
                  <a:pt x="12251989" y="783771"/>
                </a:lnTo>
                <a:lnTo>
                  <a:pt x="12260985" y="881743"/>
                </a:lnTo>
                <a:lnTo>
                  <a:pt x="12265956" y="979714"/>
                </a:lnTo>
                <a:lnTo>
                  <a:pt x="12268310" y="1077686"/>
                </a:lnTo>
                <a:lnTo>
                  <a:pt x="12269038" y="1175657"/>
                </a:lnTo>
                <a:lnTo>
                  <a:pt x="12268695" y="1273629"/>
                </a:lnTo>
                <a:lnTo>
                  <a:pt x="12267483" y="1371600"/>
                </a:lnTo>
                <a:lnTo>
                  <a:pt x="12265352" y="1469571"/>
                </a:lnTo>
                <a:lnTo>
                  <a:pt x="12262074" y="1567543"/>
                </a:lnTo>
                <a:lnTo>
                  <a:pt x="12257305" y="1665514"/>
                </a:lnTo>
                <a:lnTo>
                  <a:pt x="12250621" y="1763486"/>
                </a:lnTo>
                <a:lnTo>
                  <a:pt x="12241569" y="1861457"/>
                </a:lnTo>
                <a:lnTo>
                  <a:pt x="12229715" y="1959429"/>
                </a:lnTo>
                <a:lnTo>
                  <a:pt x="12214716" y="2057400"/>
                </a:lnTo>
                <a:lnTo>
                  <a:pt x="12196391" y="2155371"/>
                </a:lnTo>
                <a:lnTo>
                  <a:pt x="12174802" y="2253343"/>
                </a:lnTo>
                <a:lnTo>
                  <a:pt x="12150311" y="2351314"/>
                </a:lnTo>
                <a:lnTo>
                  <a:pt x="12123605" y="2449286"/>
                </a:lnTo>
                <a:lnTo>
                  <a:pt x="12095683" y="2547257"/>
                </a:lnTo>
                <a:lnTo>
                  <a:pt x="12067780" y="2645229"/>
                </a:lnTo>
                <a:lnTo>
                  <a:pt x="12041247" y="2743200"/>
                </a:lnTo>
                <a:lnTo>
                  <a:pt x="12017392" y="2841171"/>
                </a:lnTo>
                <a:lnTo>
                  <a:pt x="11997304" y="2939143"/>
                </a:lnTo>
                <a:lnTo>
                  <a:pt x="11981703" y="3037114"/>
                </a:lnTo>
                <a:lnTo>
                  <a:pt x="11970829" y="3135086"/>
                </a:lnTo>
                <a:lnTo>
                  <a:pt x="11964406" y="3233057"/>
                </a:lnTo>
                <a:lnTo>
                  <a:pt x="11961684" y="3331029"/>
                </a:lnTo>
                <a:lnTo>
                  <a:pt x="11961560" y="3429000"/>
                </a:lnTo>
                <a:lnTo>
                  <a:pt x="11962743" y="3526971"/>
                </a:lnTo>
                <a:lnTo>
                  <a:pt x="11963955" y="3624943"/>
                </a:lnTo>
                <a:lnTo>
                  <a:pt x="11964105" y="3722914"/>
                </a:lnTo>
                <a:lnTo>
                  <a:pt x="11962436" y="3820886"/>
                </a:lnTo>
                <a:lnTo>
                  <a:pt x="11958603" y="3918857"/>
                </a:lnTo>
                <a:lnTo>
                  <a:pt x="11952682" y="4016829"/>
                </a:lnTo>
                <a:lnTo>
                  <a:pt x="11945115" y="4114800"/>
                </a:lnTo>
                <a:lnTo>
                  <a:pt x="11936606" y="4212771"/>
                </a:lnTo>
                <a:lnTo>
                  <a:pt x="11927991" y="4310743"/>
                </a:lnTo>
                <a:lnTo>
                  <a:pt x="11920094" y="4408714"/>
                </a:lnTo>
                <a:lnTo>
                  <a:pt x="11913604" y="4506686"/>
                </a:lnTo>
                <a:lnTo>
                  <a:pt x="11908975" y="4604657"/>
                </a:lnTo>
                <a:lnTo>
                  <a:pt x="11906365" y="4702629"/>
                </a:lnTo>
                <a:lnTo>
                  <a:pt x="11905607" y="4800600"/>
                </a:lnTo>
                <a:lnTo>
                  <a:pt x="11906225" y="4898571"/>
                </a:lnTo>
                <a:lnTo>
                  <a:pt x="11907472" y="4996543"/>
                </a:lnTo>
                <a:lnTo>
                  <a:pt x="11908392" y="5094514"/>
                </a:lnTo>
                <a:lnTo>
                  <a:pt x="11907901" y="5192486"/>
                </a:lnTo>
                <a:lnTo>
                  <a:pt x="11904869" y="5290457"/>
                </a:lnTo>
                <a:lnTo>
                  <a:pt x="11898202" y="5388429"/>
                </a:lnTo>
                <a:lnTo>
                  <a:pt x="11886917" y="5486400"/>
                </a:lnTo>
                <a:lnTo>
                  <a:pt x="11870204" y="5584371"/>
                </a:lnTo>
                <a:lnTo>
                  <a:pt x="11847477" y="5682343"/>
                </a:lnTo>
                <a:lnTo>
                  <a:pt x="11818406" y="5780314"/>
                </a:lnTo>
                <a:lnTo>
                  <a:pt x="11782935" y="5878286"/>
                </a:lnTo>
                <a:lnTo>
                  <a:pt x="11741285" y="5976257"/>
                </a:lnTo>
                <a:lnTo>
                  <a:pt x="11693946" y="6074229"/>
                </a:lnTo>
                <a:lnTo>
                  <a:pt x="11641658" y="6172200"/>
                </a:lnTo>
                <a:lnTo>
                  <a:pt x="11585382" y="6270171"/>
                </a:lnTo>
                <a:lnTo>
                  <a:pt x="11526268" y="6368143"/>
                </a:lnTo>
                <a:lnTo>
                  <a:pt x="11465612" y="6466114"/>
                </a:lnTo>
                <a:lnTo>
                  <a:pt x="11404818" y="6564086"/>
                </a:lnTo>
                <a:lnTo>
                  <a:pt x="11345349" y="6662057"/>
                </a:lnTo>
                <a:lnTo>
                  <a:pt x="11288683" y="6760029"/>
                </a:lnTo>
                <a:lnTo>
                  <a:pt x="11236263" y="6858000"/>
                </a:lnTo>
                <a:moveTo>
                  <a:pt x="12021419" y="0"/>
                </a:moveTo>
                <a:lnTo>
                  <a:pt x="12030722" y="97971"/>
                </a:lnTo>
                <a:lnTo>
                  <a:pt x="12056603" y="195943"/>
                </a:lnTo>
                <a:lnTo>
                  <a:pt x="12093698" y="293914"/>
                </a:lnTo>
                <a:lnTo>
                  <a:pt x="12135113" y="391886"/>
                </a:lnTo>
                <a:lnTo>
                  <a:pt x="12174490" y="489857"/>
                </a:lnTo>
                <a:lnTo>
                  <a:pt x="12207487" y="587829"/>
                </a:lnTo>
                <a:lnTo>
                  <a:pt x="12232269" y="685800"/>
                </a:lnTo>
                <a:lnTo>
                  <a:pt x="12249093" y="783771"/>
                </a:lnTo>
                <a:lnTo>
                  <a:pt x="12259442" y="881743"/>
                </a:lnTo>
                <a:lnTo>
                  <a:pt x="12265161" y="979714"/>
                </a:lnTo>
                <a:lnTo>
                  <a:pt x="12267870" y="1077686"/>
                </a:lnTo>
                <a:lnTo>
                  <a:pt x="12268709" y="1175657"/>
                </a:lnTo>
                <a:lnTo>
                  <a:pt x="12268317" y="1273629"/>
                </a:lnTo>
                <a:lnTo>
                  <a:pt x="12266927" y="1371600"/>
                </a:lnTo>
                <a:lnTo>
                  <a:pt x="12264481" y="1469571"/>
                </a:lnTo>
                <a:lnTo>
                  <a:pt x="12260721" y="1567543"/>
                </a:lnTo>
                <a:lnTo>
                  <a:pt x="12255251" y="1665514"/>
                </a:lnTo>
                <a:lnTo>
                  <a:pt x="12247588" y="1763486"/>
                </a:lnTo>
                <a:lnTo>
                  <a:pt x="12237214" y="1861457"/>
                </a:lnTo>
                <a:lnTo>
                  <a:pt x="12223636" y="1959429"/>
                </a:lnTo>
                <a:lnTo>
                  <a:pt x="12206466" y="2057400"/>
                </a:lnTo>
                <a:lnTo>
                  <a:pt x="12185510" y="2155371"/>
                </a:lnTo>
                <a:lnTo>
                  <a:pt x="12160852" y="2253343"/>
                </a:lnTo>
                <a:lnTo>
                  <a:pt x="12132925" y="2351314"/>
                </a:lnTo>
                <a:lnTo>
                  <a:pt x="12102542" y="2449286"/>
                </a:lnTo>
                <a:lnTo>
                  <a:pt x="12070877" y="2547257"/>
                </a:lnTo>
                <a:lnTo>
                  <a:pt x="12039382" y="2645229"/>
                </a:lnTo>
                <a:lnTo>
                  <a:pt x="12009645" y="2743200"/>
                </a:lnTo>
                <a:lnTo>
                  <a:pt x="11983204" y="2841171"/>
                </a:lnTo>
                <a:lnTo>
                  <a:pt x="11961349" y="2939143"/>
                </a:lnTo>
                <a:lnTo>
                  <a:pt x="11944940" y="3037114"/>
                </a:lnTo>
                <a:lnTo>
                  <a:pt x="11934281" y="3135086"/>
                </a:lnTo>
                <a:lnTo>
                  <a:pt x="11929073" y="3233057"/>
                </a:lnTo>
                <a:lnTo>
                  <a:pt x="11928459" y="3331029"/>
                </a:lnTo>
                <a:lnTo>
                  <a:pt x="11931157" y="3429000"/>
                </a:lnTo>
                <a:lnTo>
                  <a:pt x="11935653" y="3526971"/>
                </a:lnTo>
                <a:lnTo>
                  <a:pt x="11940419" y="3624943"/>
                </a:lnTo>
                <a:lnTo>
                  <a:pt x="11944127" y="3722914"/>
                </a:lnTo>
                <a:lnTo>
                  <a:pt x="11945806" y="3820886"/>
                </a:lnTo>
                <a:lnTo>
                  <a:pt x="11944942" y="3918857"/>
                </a:lnTo>
                <a:lnTo>
                  <a:pt x="11941491" y="4016829"/>
                </a:lnTo>
                <a:lnTo>
                  <a:pt x="11935824" y="4114800"/>
                </a:lnTo>
                <a:lnTo>
                  <a:pt x="11928615" y="4212771"/>
                </a:lnTo>
                <a:lnTo>
                  <a:pt x="11920696" y="4310743"/>
                </a:lnTo>
                <a:lnTo>
                  <a:pt x="11912909" y="4408714"/>
                </a:lnTo>
                <a:lnTo>
                  <a:pt x="11905964" y="4506686"/>
                </a:lnTo>
                <a:lnTo>
                  <a:pt x="11900336" y="4604657"/>
                </a:lnTo>
                <a:lnTo>
                  <a:pt x="11896192" y="4702629"/>
                </a:lnTo>
                <a:lnTo>
                  <a:pt x="11893366" y="4800600"/>
                </a:lnTo>
                <a:lnTo>
                  <a:pt x="11891369" y="4898571"/>
                </a:lnTo>
                <a:lnTo>
                  <a:pt x="11889429" y="4996543"/>
                </a:lnTo>
                <a:lnTo>
                  <a:pt x="11886565" y="5094514"/>
                </a:lnTo>
                <a:lnTo>
                  <a:pt x="11881660" y="5192486"/>
                </a:lnTo>
                <a:lnTo>
                  <a:pt x="11873554" y="5290457"/>
                </a:lnTo>
                <a:lnTo>
                  <a:pt x="11861131" y="5388429"/>
                </a:lnTo>
                <a:lnTo>
                  <a:pt x="11843394" y="5486400"/>
                </a:lnTo>
                <a:lnTo>
                  <a:pt x="11819535" y="5584371"/>
                </a:lnTo>
                <a:lnTo>
                  <a:pt x="11788989" y="5682343"/>
                </a:lnTo>
                <a:lnTo>
                  <a:pt x="11751465" y="5780314"/>
                </a:lnTo>
                <a:lnTo>
                  <a:pt x="11706970" y="5878286"/>
                </a:lnTo>
                <a:lnTo>
                  <a:pt x="11655815" y="5976257"/>
                </a:lnTo>
                <a:lnTo>
                  <a:pt x="11598601" y="6074229"/>
                </a:lnTo>
                <a:lnTo>
                  <a:pt x="11536204" y="6172200"/>
                </a:lnTo>
                <a:lnTo>
                  <a:pt x="11469741" y="6270171"/>
                </a:lnTo>
                <a:lnTo>
                  <a:pt x="11400537" y="6368143"/>
                </a:lnTo>
                <a:lnTo>
                  <a:pt x="11330079" y="6466114"/>
                </a:lnTo>
                <a:lnTo>
                  <a:pt x="11259965" y="6564086"/>
                </a:lnTo>
                <a:lnTo>
                  <a:pt x="11191857" y="6662057"/>
                </a:lnTo>
                <a:lnTo>
                  <a:pt x="11127425" y="6760029"/>
                </a:lnTo>
                <a:lnTo>
                  <a:pt x="11068295" y="6858000"/>
                </a:lnTo>
                <a:moveTo>
                  <a:pt x="11987933" y="0"/>
                </a:moveTo>
                <a:lnTo>
                  <a:pt x="11998483" y="97971"/>
                </a:lnTo>
                <a:lnTo>
                  <a:pt x="12027833" y="195943"/>
                </a:lnTo>
                <a:lnTo>
                  <a:pt x="12069900" y="293914"/>
                </a:lnTo>
                <a:lnTo>
                  <a:pt x="12116866" y="391886"/>
                </a:lnTo>
                <a:lnTo>
                  <a:pt x="12161521" y="489857"/>
                </a:lnTo>
                <a:lnTo>
                  <a:pt x="12198941" y="587829"/>
                </a:lnTo>
                <a:lnTo>
                  <a:pt x="12227045" y="685800"/>
                </a:lnTo>
                <a:lnTo>
                  <a:pt x="12246124" y="783771"/>
                </a:lnTo>
                <a:lnTo>
                  <a:pt x="12257860" y="881743"/>
                </a:lnTo>
                <a:lnTo>
                  <a:pt x="12264346" y="979714"/>
                </a:lnTo>
                <a:lnTo>
                  <a:pt x="12267419" y="1077686"/>
                </a:lnTo>
                <a:lnTo>
                  <a:pt x="12268372" y="1175657"/>
                </a:lnTo>
                <a:lnTo>
                  <a:pt x="12267929" y="1273629"/>
                </a:lnTo>
                <a:lnTo>
                  <a:pt x="12266356" y="1371600"/>
                </a:lnTo>
                <a:lnTo>
                  <a:pt x="12263589" y="1469571"/>
                </a:lnTo>
                <a:lnTo>
                  <a:pt x="12259334" y="1567543"/>
                </a:lnTo>
                <a:lnTo>
                  <a:pt x="12253146" y="1665514"/>
                </a:lnTo>
                <a:lnTo>
                  <a:pt x="12244478" y="1763486"/>
                </a:lnTo>
                <a:lnTo>
                  <a:pt x="12232748" y="1861457"/>
                </a:lnTo>
                <a:lnTo>
                  <a:pt x="12217402" y="1959429"/>
                </a:lnTo>
                <a:lnTo>
                  <a:pt x="12198007" y="2057400"/>
                </a:lnTo>
                <a:lnTo>
                  <a:pt x="12174353" y="2155371"/>
                </a:lnTo>
                <a:lnTo>
                  <a:pt x="12146547" y="2253343"/>
                </a:lnTo>
                <a:lnTo>
                  <a:pt x="12115096" y="2351314"/>
                </a:lnTo>
                <a:lnTo>
                  <a:pt x="12080943" y="2449286"/>
                </a:lnTo>
                <a:lnTo>
                  <a:pt x="12045440" y="2547257"/>
                </a:lnTo>
                <a:lnTo>
                  <a:pt x="12010262" y="2645229"/>
                </a:lnTo>
                <a:lnTo>
                  <a:pt x="11977239" y="2743200"/>
                </a:lnTo>
                <a:lnTo>
                  <a:pt x="11948145" y="2841171"/>
                </a:lnTo>
                <a:lnTo>
                  <a:pt x="11924476" y="2939143"/>
                </a:lnTo>
                <a:lnTo>
                  <a:pt x="11907237" y="3037114"/>
                </a:lnTo>
                <a:lnTo>
                  <a:pt x="11896795" y="3135086"/>
                </a:lnTo>
                <a:lnTo>
                  <a:pt x="11892828" y="3233057"/>
                </a:lnTo>
                <a:lnTo>
                  <a:pt x="11894368" y="3331029"/>
                </a:lnTo>
                <a:lnTo>
                  <a:pt x="11899953" y="3429000"/>
                </a:lnTo>
                <a:lnTo>
                  <a:pt x="11907833" y="3526971"/>
                </a:lnTo>
                <a:lnTo>
                  <a:pt x="11916231" y="3624943"/>
                </a:lnTo>
                <a:lnTo>
                  <a:pt x="11923567" y="3722914"/>
                </a:lnTo>
                <a:lnTo>
                  <a:pt x="11928655" y="3820886"/>
                </a:lnTo>
                <a:lnTo>
                  <a:pt x="11930805" y="3918857"/>
                </a:lnTo>
                <a:lnTo>
                  <a:pt x="11929848" y="4016829"/>
                </a:lnTo>
                <a:lnTo>
                  <a:pt x="11926080" y="4114800"/>
                </a:lnTo>
                <a:lnTo>
                  <a:pt x="11920143" y="4212771"/>
                </a:lnTo>
                <a:lnTo>
                  <a:pt x="11912865" y="4310743"/>
                </a:lnTo>
                <a:lnTo>
                  <a:pt x="11905103" y="4408714"/>
                </a:lnTo>
                <a:lnTo>
                  <a:pt x="11897589" y="4506686"/>
                </a:lnTo>
                <a:lnTo>
                  <a:pt x="11890813" y="4604657"/>
                </a:lnTo>
                <a:lnTo>
                  <a:pt x="11884954" y="4702629"/>
                </a:lnTo>
                <a:lnTo>
                  <a:pt x="11879843" y="4800600"/>
                </a:lnTo>
                <a:lnTo>
                  <a:pt x="11874977" y="4898571"/>
                </a:lnTo>
                <a:lnTo>
                  <a:pt x="11869564" y="4996543"/>
                </a:lnTo>
                <a:lnTo>
                  <a:pt x="11862592" y="5094514"/>
                </a:lnTo>
                <a:lnTo>
                  <a:pt x="11852914" y="5192486"/>
                </a:lnTo>
                <a:lnTo>
                  <a:pt x="11839343" y="5290457"/>
                </a:lnTo>
                <a:lnTo>
                  <a:pt x="11820743" y="5388429"/>
                </a:lnTo>
                <a:lnTo>
                  <a:pt x="11796109" y="5486400"/>
                </a:lnTo>
                <a:lnTo>
                  <a:pt x="11764644" y="5584371"/>
                </a:lnTo>
                <a:lnTo>
                  <a:pt x="11725807" y="5682343"/>
                </a:lnTo>
                <a:lnTo>
                  <a:pt x="11679360" y="5780314"/>
                </a:lnTo>
                <a:lnTo>
                  <a:pt x="11625385" y="5878286"/>
                </a:lnTo>
                <a:lnTo>
                  <a:pt x="11564290" y="5976257"/>
                </a:lnTo>
                <a:lnTo>
                  <a:pt x="11496803" y="6074229"/>
                </a:lnTo>
                <a:lnTo>
                  <a:pt x="11423947" y="6172200"/>
                </a:lnTo>
                <a:lnTo>
                  <a:pt x="11347011" y="6270171"/>
                </a:lnTo>
                <a:lnTo>
                  <a:pt x="11267504" y="6368143"/>
                </a:lnTo>
                <a:lnTo>
                  <a:pt x="11187113" y="6466114"/>
                </a:lnTo>
                <a:lnTo>
                  <a:pt x="11107640" y="6564086"/>
                </a:lnTo>
                <a:lnTo>
                  <a:pt x="11030951" y="6662057"/>
                </a:lnTo>
                <a:lnTo>
                  <a:pt x="10958914" y="6760029"/>
                </a:lnTo>
                <a:lnTo>
                  <a:pt x="10893332" y="6858000"/>
                </a:lnTo>
                <a:moveTo>
                  <a:pt x="11953694" y="0"/>
                </a:moveTo>
                <a:lnTo>
                  <a:pt x="11965518" y="97971"/>
                </a:lnTo>
                <a:lnTo>
                  <a:pt x="11998415" y="195943"/>
                </a:lnTo>
                <a:lnTo>
                  <a:pt x="12045566" y="293914"/>
                </a:lnTo>
                <a:lnTo>
                  <a:pt x="12098209" y="391886"/>
                </a:lnTo>
                <a:lnTo>
                  <a:pt x="12148260" y="489857"/>
                </a:lnTo>
                <a:lnTo>
                  <a:pt x="12190203" y="587829"/>
                </a:lnTo>
                <a:lnTo>
                  <a:pt x="12221703" y="685800"/>
                </a:lnTo>
                <a:lnTo>
                  <a:pt x="12243088" y="783771"/>
                </a:lnTo>
                <a:lnTo>
                  <a:pt x="12256243" y="881743"/>
                </a:lnTo>
                <a:lnTo>
                  <a:pt x="12263513" y="979714"/>
                </a:lnTo>
                <a:lnTo>
                  <a:pt x="12266958" y="1077686"/>
                </a:lnTo>
                <a:lnTo>
                  <a:pt x="12268027" y="1175657"/>
                </a:lnTo>
                <a:lnTo>
                  <a:pt x="12267532" y="1273629"/>
                </a:lnTo>
                <a:lnTo>
                  <a:pt x="12265773" y="1371600"/>
                </a:lnTo>
                <a:lnTo>
                  <a:pt x="12262676" y="1469571"/>
                </a:lnTo>
                <a:lnTo>
                  <a:pt x="12257916" y="1567543"/>
                </a:lnTo>
                <a:lnTo>
                  <a:pt x="12250992" y="1665514"/>
                </a:lnTo>
                <a:lnTo>
                  <a:pt x="12241298" y="1763486"/>
                </a:lnTo>
                <a:lnTo>
                  <a:pt x="12228181" y="1861457"/>
                </a:lnTo>
                <a:lnTo>
                  <a:pt x="12211027" y="1959429"/>
                </a:lnTo>
                <a:lnTo>
                  <a:pt x="12189358" y="2057400"/>
                </a:lnTo>
                <a:lnTo>
                  <a:pt x="12162945" y="2155371"/>
                </a:lnTo>
                <a:lnTo>
                  <a:pt x="12131920" y="2253343"/>
                </a:lnTo>
                <a:lnTo>
                  <a:pt x="12096866" y="2351314"/>
                </a:lnTo>
                <a:lnTo>
                  <a:pt x="12058856" y="2449286"/>
                </a:lnTo>
                <a:lnTo>
                  <a:pt x="12019430" y="2547257"/>
                </a:lnTo>
                <a:lnTo>
                  <a:pt x="11980485" y="2645229"/>
                </a:lnTo>
                <a:lnTo>
                  <a:pt x="11944099" y="2743200"/>
                </a:lnTo>
                <a:lnTo>
                  <a:pt x="11912292" y="2841171"/>
                </a:lnTo>
                <a:lnTo>
                  <a:pt x="11886766" y="2939143"/>
                </a:lnTo>
                <a:lnTo>
                  <a:pt x="11868675" y="3037114"/>
                </a:lnTo>
                <a:lnTo>
                  <a:pt x="11858451" y="3135086"/>
                </a:lnTo>
                <a:lnTo>
                  <a:pt x="11855748" y="3233057"/>
                </a:lnTo>
                <a:lnTo>
                  <a:pt x="11859485" y="3331029"/>
                </a:lnTo>
                <a:lnTo>
                  <a:pt x="11868011" y="3429000"/>
                </a:lnTo>
                <a:lnTo>
                  <a:pt x="11879341" y="3526971"/>
                </a:lnTo>
                <a:lnTo>
                  <a:pt x="11891434" y="3624943"/>
                </a:lnTo>
                <a:lnTo>
                  <a:pt x="11902461" y="3722914"/>
                </a:lnTo>
                <a:lnTo>
                  <a:pt x="11911008" y="3820886"/>
                </a:lnTo>
                <a:lnTo>
                  <a:pt x="11916205" y="3918857"/>
                </a:lnTo>
                <a:lnTo>
                  <a:pt x="11917755" y="4016829"/>
                </a:lnTo>
                <a:lnTo>
                  <a:pt x="11915877" y="4114800"/>
                </a:lnTo>
                <a:lnTo>
                  <a:pt x="11911176" y="4212771"/>
                </a:lnTo>
                <a:lnTo>
                  <a:pt x="11904475" y="4310743"/>
                </a:lnTo>
                <a:lnTo>
                  <a:pt x="11896643" y="4408714"/>
                </a:lnTo>
                <a:lnTo>
                  <a:pt x="11888433" y="4506686"/>
                </a:lnTo>
                <a:lnTo>
                  <a:pt x="11880352" y="4604657"/>
                </a:lnTo>
                <a:lnTo>
                  <a:pt x="11872586" y="4702629"/>
                </a:lnTo>
                <a:lnTo>
                  <a:pt x="11864964" y="4800600"/>
                </a:lnTo>
                <a:lnTo>
                  <a:pt x="11856969" y="4898571"/>
                </a:lnTo>
                <a:lnTo>
                  <a:pt x="11847784" y="4996543"/>
                </a:lnTo>
                <a:lnTo>
                  <a:pt x="11836371" y="5094514"/>
                </a:lnTo>
                <a:lnTo>
                  <a:pt x="11821554" y="5192486"/>
                </a:lnTo>
                <a:lnTo>
                  <a:pt x="11802121" y="5290457"/>
                </a:lnTo>
                <a:lnTo>
                  <a:pt x="11776921" y="5388429"/>
                </a:lnTo>
                <a:lnTo>
                  <a:pt x="11744948" y="5486400"/>
                </a:lnTo>
                <a:lnTo>
                  <a:pt x="11705418" y="5584371"/>
                </a:lnTo>
                <a:lnTo>
                  <a:pt x="11657829" y="5682343"/>
                </a:lnTo>
                <a:lnTo>
                  <a:pt x="11602004" y="5780314"/>
                </a:lnTo>
                <a:lnTo>
                  <a:pt x="11538109" y="5878286"/>
                </a:lnTo>
                <a:lnTo>
                  <a:pt x="11466666" y="5976257"/>
                </a:lnTo>
                <a:lnTo>
                  <a:pt x="11388539" y="6074229"/>
                </a:lnTo>
                <a:lnTo>
                  <a:pt x="11304915" y="6172200"/>
                </a:lnTo>
                <a:lnTo>
                  <a:pt x="11217261" y="6270171"/>
                </a:lnTo>
                <a:lnTo>
                  <a:pt x="11127287" y="6368143"/>
                </a:lnTo>
                <a:lnTo>
                  <a:pt x="11036886" y="6466114"/>
                </a:lnTo>
                <a:lnTo>
                  <a:pt x="10948072" y="6564086"/>
                </a:lnTo>
                <a:lnTo>
                  <a:pt x="10862921" y="6662057"/>
                </a:lnTo>
                <a:lnTo>
                  <a:pt x="10783495" y="6760029"/>
                </a:lnTo>
                <a:lnTo>
                  <a:pt x="10711779" y="6858000"/>
                </a:lnTo>
                <a:moveTo>
                  <a:pt x="11918761" y="0"/>
                </a:moveTo>
                <a:lnTo>
                  <a:pt x="11931887" y="97971"/>
                </a:lnTo>
                <a:lnTo>
                  <a:pt x="11968403" y="195943"/>
                </a:lnTo>
                <a:lnTo>
                  <a:pt x="12020740" y="293914"/>
                </a:lnTo>
                <a:lnTo>
                  <a:pt x="12079174" y="391886"/>
                </a:lnTo>
                <a:lnTo>
                  <a:pt x="12134731" y="489857"/>
                </a:lnTo>
                <a:lnTo>
                  <a:pt x="12181287" y="587829"/>
                </a:lnTo>
                <a:lnTo>
                  <a:pt x="12216253" y="685800"/>
                </a:lnTo>
                <a:lnTo>
                  <a:pt x="12239990" y="783771"/>
                </a:lnTo>
                <a:lnTo>
                  <a:pt x="12254592" y="881743"/>
                </a:lnTo>
                <a:lnTo>
                  <a:pt x="12262663" y="979714"/>
                </a:lnTo>
                <a:lnTo>
                  <a:pt x="12266488" y="1077686"/>
                </a:lnTo>
                <a:lnTo>
                  <a:pt x="12267675" y="1175657"/>
                </a:lnTo>
                <a:lnTo>
                  <a:pt x="12267128" y="1273629"/>
                </a:lnTo>
                <a:lnTo>
                  <a:pt x="12265178" y="1371600"/>
                </a:lnTo>
                <a:lnTo>
                  <a:pt x="12261745" y="1469571"/>
                </a:lnTo>
                <a:lnTo>
                  <a:pt x="12256469" y="1567543"/>
                </a:lnTo>
                <a:lnTo>
                  <a:pt x="12248796" y="1665514"/>
                </a:lnTo>
                <a:lnTo>
                  <a:pt x="12238054" y="1763486"/>
                </a:lnTo>
                <a:lnTo>
                  <a:pt x="12223522" y="1861457"/>
                </a:lnTo>
                <a:lnTo>
                  <a:pt x="12204524" y="1959429"/>
                </a:lnTo>
                <a:lnTo>
                  <a:pt x="12180533" y="2057400"/>
                </a:lnTo>
                <a:lnTo>
                  <a:pt x="12151305" y="2155371"/>
                </a:lnTo>
                <a:lnTo>
                  <a:pt x="12116996" y="2253343"/>
                </a:lnTo>
                <a:lnTo>
                  <a:pt x="12078266" y="2351314"/>
                </a:lnTo>
                <a:lnTo>
                  <a:pt x="12036322" y="2449286"/>
                </a:lnTo>
                <a:lnTo>
                  <a:pt x="11992891" y="2547257"/>
                </a:lnTo>
                <a:lnTo>
                  <a:pt x="11950102" y="2645229"/>
                </a:lnTo>
                <a:lnTo>
                  <a:pt x="11910286" y="2743200"/>
                </a:lnTo>
                <a:lnTo>
                  <a:pt x="11875709" y="2841171"/>
                </a:lnTo>
                <a:lnTo>
                  <a:pt x="11848286" y="2939143"/>
                </a:lnTo>
                <a:lnTo>
                  <a:pt x="11829322" y="3037114"/>
                </a:lnTo>
                <a:lnTo>
                  <a:pt x="11819317" y="3135086"/>
                </a:lnTo>
                <a:lnTo>
                  <a:pt x="11817898" y="3233057"/>
                </a:lnTo>
                <a:lnTo>
                  <a:pt x="11823868" y="3331029"/>
                </a:lnTo>
                <a:lnTo>
                  <a:pt x="11835385" y="3429000"/>
                </a:lnTo>
                <a:lnTo>
                  <a:pt x="11850219" y="3526971"/>
                </a:lnTo>
                <a:lnTo>
                  <a:pt x="11866067" y="3624943"/>
                </a:lnTo>
                <a:lnTo>
                  <a:pt x="11880835" y="3722914"/>
                </a:lnTo>
                <a:lnTo>
                  <a:pt x="11892881" y="3820886"/>
                </a:lnTo>
                <a:lnTo>
                  <a:pt x="11901150" y="3918857"/>
                </a:lnTo>
                <a:lnTo>
                  <a:pt x="11905212" y="4016829"/>
                </a:lnTo>
                <a:lnTo>
                  <a:pt x="11905204" y="4114800"/>
                </a:lnTo>
                <a:lnTo>
                  <a:pt x="11901693" y="4212771"/>
                </a:lnTo>
                <a:lnTo>
                  <a:pt x="11895495" y="4310743"/>
                </a:lnTo>
                <a:lnTo>
                  <a:pt x="11887490" y="4408714"/>
                </a:lnTo>
                <a:lnTo>
                  <a:pt x="11878449" y="4506686"/>
                </a:lnTo>
                <a:lnTo>
                  <a:pt x="11868895" y="4604657"/>
                </a:lnTo>
                <a:lnTo>
                  <a:pt x="11859020" y="4702629"/>
                </a:lnTo>
                <a:lnTo>
                  <a:pt x="11848650" y="4800600"/>
                </a:lnTo>
                <a:lnTo>
                  <a:pt x="11837253" y="4898571"/>
                </a:lnTo>
                <a:lnTo>
                  <a:pt x="11823990" y="4996543"/>
                </a:lnTo>
                <a:lnTo>
                  <a:pt x="11807794" y="5094514"/>
                </a:lnTo>
                <a:lnTo>
                  <a:pt x="11787464" y="5192486"/>
                </a:lnTo>
                <a:lnTo>
                  <a:pt x="11761768" y="5290457"/>
                </a:lnTo>
                <a:lnTo>
                  <a:pt x="11729541" y="5388429"/>
                </a:lnTo>
                <a:lnTo>
                  <a:pt x="11689784" y="5486400"/>
                </a:lnTo>
                <a:lnTo>
                  <a:pt x="11641736" y="5584371"/>
                </a:lnTo>
                <a:lnTo>
                  <a:pt x="11584942" y="5682343"/>
                </a:lnTo>
                <a:lnTo>
                  <a:pt x="11519295" y="5780314"/>
                </a:lnTo>
                <a:lnTo>
                  <a:pt x="11445061" y="5878286"/>
                </a:lnTo>
                <a:lnTo>
                  <a:pt x="11362886" y="5976257"/>
                </a:lnTo>
                <a:lnTo>
                  <a:pt x="11273784" y="6074229"/>
                </a:lnTo>
                <a:lnTo>
                  <a:pt x="11179116" y="6172200"/>
                </a:lnTo>
                <a:lnTo>
                  <a:pt x="11080544" y="6270171"/>
                </a:lnTo>
                <a:lnTo>
                  <a:pt x="10979985" y="6368143"/>
                </a:lnTo>
                <a:lnTo>
                  <a:pt x="10879547" y="6466114"/>
                </a:lnTo>
                <a:lnTo>
                  <a:pt x="10781465" y="6564086"/>
                </a:lnTo>
                <a:lnTo>
                  <a:pt x="10688024" y="6662057"/>
                </a:lnTo>
                <a:lnTo>
                  <a:pt x="10601483" y="6760029"/>
                </a:lnTo>
                <a:lnTo>
                  <a:pt x="10524001" y="6858000"/>
                </a:lnTo>
                <a:moveTo>
                  <a:pt x="11883187" y="0"/>
                </a:moveTo>
                <a:lnTo>
                  <a:pt x="11897637" y="97971"/>
                </a:lnTo>
                <a:lnTo>
                  <a:pt x="11937838" y="195943"/>
                </a:lnTo>
                <a:lnTo>
                  <a:pt x="11995458" y="293914"/>
                </a:lnTo>
                <a:lnTo>
                  <a:pt x="12059789" y="391886"/>
                </a:lnTo>
                <a:lnTo>
                  <a:pt x="12120953" y="489857"/>
                </a:lnTo>
                <a:lnTo>
                  <a:pt x="12172208" y="587829"/>
                </a:lnTo>
                <a:lnTo>
                  <a:pt x="12210703" y="685800"/>
                </a:lnTo>
                <a:lnTo>
                  <a:pt x="12236836" y="783771"/>
                </a:lnTo>
                <a:lnTo>
                  <a:pt x="12252912" y="881743"/>
                </a:lnTo>
                <a:lnTo>
                  <a:pt x="12261797" y="979714"/>
                </a:lnTo>
                <a:lnTo>
                  <a:pt x="12266008" y="1077686"/>
                </a:lnTo>
                <a:lnTo>
                  <a:pt x="12267317" y="1175657"/>
                </a:lnTo>
                <a:lnTo>
                  <a:pt x="12266716" y="1273629"/>
                </a:lnTo>
                <a:lnTo>
                  <a:pt x="12264572" y="1371600"/>
                </a:lnTo>
                <a:lnTo>
                  <a:pt x="12260797" y="1469571"/>
                </a:lnTo>
                <a:lnTo>
                  <a:pt x="12254995" y="1567543"/>
                </a:lnTo>
                <a:lnTo>
                  <a:pt x="12246559" y="1665514"/>
                </a:lnTo>
                <a:lnTo>
                  <a:pt x="12234749" y="1763486"/>
                </a:lnTo>
                <a:lnTo>
                  <a:pt x="12218777" y="1861457"/>
                </a:lnTo>
                <a:lnTo>
                  <a:pt x="12197900" y="1959429"/>
                </a:lnTo>
                <a:lnTo>
                  <a:pt x="12171546" y="2057400"/>
                </a:lnTo>
                <a:lnTo>
                  <a:pt x="12139451" y="2155371"/>
                </a:lnTo>
                <a:lnTo>
                  <a:pt x="12101798" y="2253343"/>
                </a:lnTo>
                <a:lnTo>
                  <a:pt x="12059324" y="2351314"/>
                </a:lnTo>
                <a:lnTo>
                  <a:pt x="12013373" y="2449286"/>
                </a:lnTo>
                <a:lnTo>
                  <a:pt x="11965863" y="2547257"/>
                </a:lnTo>
                <a:lnTo>
                  <a:pt x="11919159" y="2645229"/>
                </a:lnTo>
                <a:lnTo>
                  <a:pt x="11875847" y="2743200"/>
                </a:lnTo>
                <a:lnTo>
                  <a:pt x="11838447" y="2841171"/>
                </a:lnTo>
                <a:lnTo>
                  <a:pt x="11809091" y="2939143"/>
                </a:lnTo>
                <a:lnTo>
                  <a:pt x="11789234" y="3037114"/>
                </a:lnTo>
                <a:lnTo>
                  <a:pt x="11779447" y="3135086"/>
                </a:lnTo>
                <a:lnTo>
                  <a:pt x="11779329" y="3233057"/>
                </a:lnTo>
                <a:lnTo>
                  <a:pt x="11787565" y="3331029"/>
                </a:lnTo>
                <a:lnTo>
                  <a:pt x="11802116" y="3429000"/>
                </a:lnTo>
                <a:lnTo>
                  <a:pt x="11820505" y="3526971"/>
                </a:lnTo>
                <a:lnTo>
                  <a:pt x="11840155" y="3624943"/>
                </a:lnTo>
                <a:lnTo>
                  <a:pt x="11858709" y="3722914"/>
                </a:lnTo>
                <a:lnTo>
                  <a:pt x="11874286" y="3820886"/>
                </a:lnTo>
                <a:lnTo>
                  <a:pt x="11885643" y="3918857"/>
                </a:lnTo>
                <a:lnTo>
                  <a:pt x="11892212" y="4016829"/>
                </a:lnTo>
                <a:lnTo>
                  <a:pt x="11894046" y="4114800"/>
                </a:lnTo>
                <a:lnTo>
                  <a:pt x="11891670" y="4212771"/>
                </a:lnTo>
                <a:lnTo>
                  <a:pt x="11885891" y="4310743"/>
                </a:lnTo>
                <a:lnTo>
                  <a:pt x="11877601" y="4408714"/>
                </a:lnTo>
                <a:lnTo>
                  <a:pt x="11867583" y="4506686"/>
                </a:lnTo>
                <a:lnTo>
                  <a:pt x="11856378" y="4604657"/>
                </a:lnTo>
                <a:lnTo>
                  <a:pt x="11844182" y="4702629"/>
                </a:lnTo>
                <a:lnTo>
                  <a:pt x="11830817" y="4800600"/>
                </a:lnTo>
                <a:lnTo>
                  <a:pt x="11815735" y="4898571"/>
                </a:lnTo>
                <a:lnTo>
                  <a:pt x="11798077" y="4996543"/>
                </a:lnTo>
                <a:lnTo>
                  <a:pt x="11776748" y="5094514"/>
                </a:lnTo>
                <a:lnTo>
                  <a:pt x="11750524" y="5192486"/>
                </a:lnTo>
                <a:lnTo>
                  <a:pt x="11718154" y="5290457"/>
                </a:lnTo>
                <a:lnTo>
                  <a:pt x="11678472" y="5388429"/>
                </a:lnTo>
                <a:lnTo>
                  <a:pt x="11630486" y="5486400"/>
                </a:lnTo>
                <a:lnTo>
                  <a:pt x="11573470" y="5584371"/>
                </a:lnTo>
                <a:lnTo>
                  <a:pt x="11507026" y="5682343"/>
                </a:lnTo>
                <a:lnTo>
                  <a:pt x="11431128" y="5780314"/>
                </a:lnTo>
                <a:lnTo>
                  <a:pt x="11346153" y="5878286"/>
                </a:lnTo>
                <a:lnTo>
                  <a:pt x="11252886" y="5976257"/>
                </a:lnTo>
                <a:lnTo>
                  <a:pt x="11152504" y="6074229"/>
                </a:lnTo>
                <a:lnTo>
                  <a:pt x="11046553" y="6172200"/>
                </a:lnTo>
                <a:lnTo>
                  <a:pt x="10936902" y="6270171"/>
                </a:lnTo>
                <a:lnTo>
                  <a:pt x="10825685" y="6368143"/>
                </a:lnTo>
                <a:lnTo>
                  <a:pt x="10715234" y="6466114"/>
                </a:lnTo>
                <a:lnTo>
                  <a:pt x="10608005" y="6564086"/>
                </a:lnTo>
                <a:lnTo>
                  <a:pt x="10506498" y="6662057"/>
                </a:lnTo>
                <a:lnTo>
                  <a:pt x="10413167" y="6760029"/>
                </a:lnTo>
                <a:lnTo>
                  <a:pt x="10330341" y="6858000"/>
                </a:lnTo>
                <a:moveTo>
                  <a:pt x="11847015" y="0"/>
                </a:moveTo>
                <a:lnTo>
                  <a:pt x="11862812" y="97971"/>
                </a:lnTo>
                <a:lnTo>
                  <a:pt x="11906760" y="195943"/>
                </a:lnTo>
                <a:lnTo>
                  <a:pt x="11969751" y="293914"/>
                </a:lnTo>
                <a:lnTo>
                  <a:pt x="12040078" y="391886"/>
                </a:lnTo>
                <a:lnTo>
                  <a:pt x="12106943" y="489857"/>
                </a:lnTo>
                <a:lnTo>
                  <a:pt x="12162977" y="587829"/>
                </a:lnTo>
                <a:lnTo>
                  <a:pt x="12205059" y="685800"/>
                </a:lnTo>
                <a:lnTo>
                  <a:pt x="12233628" y="783771"/>
                </a:lnTo>
                <a:lnTo>
                  <a:pt x="12251203" y="881743"/>
                </a:lnTo>
                <a:lnTo>
                  <a:pt x="12260917" y="979714"/>
                </a:lnTo>
                <a:lnTo>
                  <a:pt x="12265521" y="1077686"/>
                </a:lnTo>
                <a:lnTo>
                  <a:pt x="12266952" y="1175657"/>
                </a:lnTo>
                <a:lnTo>
                  <a:pt x="12266297" y="1273629"/>
                </a:lnTo>
                <a:lnTo>
                  <a:pt x="12263955" y="1371600"/>
                </a:lnTo>
                <a:lnTo>
                  <a:pt x="12259833" y="1469571"/>
                </a:lnTo>
                <a:lnTo>
                  <a:pt x="12253496" y="1567543"/>
                </a:lnTo>
                <a:lnTo>
                  <a:pt x="12244284" y="1665514"/>
                </a:lnTo>
                <a:lnTo>
                  <a:pt x="12231389" y="1763486"/>
                </a:lnTo>
                <a:lnTo>
                  <a:pt x="12213953" y="1861457"/>
                </a:lnTo>
                <a:lnTo>
                  <a:pt x="12191166" y="1959429"/>
                </a:lnTo>
                <a:lnTo>
                  <a:pt x="12162408" y="2057400"/>
                </a:lnTo>
                <a:lnTo>
                  <a:pt x="12127397" y="2155371"/>
                </a:lnTo>
                <a:lnTo>
                  <a:pt x="12086343" y="2253343"/>
                </a:lnTo>
                <a:lnTo>
                  <a:pt x="12040061" y="2351314"/>
                </a:lnTo>
                <a:lnTo>
                  <a:pt x="11990035" y="2449286"/>
                </a:lnTo>
                <a:lnTo>
                  <a:pt x="11938378" y="2547257"/>
                </a:lnTo>
                <a:lnTo>
                  <a:pt x="11887691" y="2645229"/>
                </a:lnTo>
                <a:lnTo>
                  <a:pt x="11840824" y="2743200"/>
                </a:lnTo>
                <a:lnTo>
                  <a:pt x="11800552" y="2841171"/>
                </a:lnTo>
                <a:lnTo>
                  <a:pt x="11769227" y="2939143"/>
                </a:lnTo>
                <a:lnTo>
                  <a:pt x="11748459" y="3037114"/>
                </a:lnTo>
                <a:lnTo>
                  <a:pt x="11738888" y="3135086"/>
                </a:lnTo>
                <a:lnTo>
                  <a:pt x="11740086" y="3233057"/>
                </a:lnTo>
                <a:lnTo>
                  <a:pt x="11750616" y="3331029"/>
                </a:lnTo>
                <a:lnTo>
                  <a:pt x="11768240" y="3429000"/>
                </a:lnTo>
                <a:lnTo>
                  <a:pt x="11790226" y="3526971"/>
                </a:lnTo>
                <a:lnTo>
                  <a:pt x="11813722" y="3624943"/>
                </a:lnTo>
                <a:lnTo>
                  <a:pt x="11836097" y="3722914"/>
                </a:lnTo>
                <a:lnTo>
                  <a:pt x="11855230" y="3820886"/>
                </a:lnTo>
                <a:lnTo>
                  <a:pt x="11869682" y="3918857"/>
                </a:lnTo>
                <a:lnTo>
                  <a:pt x="11878746" y="4016829"/>
                </a:lnTo>
                <a:lnTo>
                  <a:pt x="11882384" y="4114800"/>
                </a:lnTo>
                <a:lnTo>
                  <a:pt x="11881080" y="4212771"/>
                </a:lnTo>
                <a:lnTo>
                  <a:pt x="11875629" y="4310743"/>
                </a:lnTo>
                <a:lnTo>
                  <a:pt x="11866929" y="4408714"/>
                </a:lnTo>
                <a:lnTo>
                  <a:pt x="11855781" y="4506686"/>
                </a:lnTo>
                <a:lnTo>
                  <a:pt x="11842735" y="4604657"/>
                </a:lnTo>
                <a:lnTo>
                  <a:pt x="11827996" y="4702629"/>
                </a:lnTo>
                <a:lnTo>
                  <a:pt x="11811377" y="4800600"/>
                </a:lnTo>
                <a:lnTo>
                  <a:pt x="11792317" y="4898571"/>
                </a:lnTo>
                <a:lnTo>
                  <a:pt x="11769935" y="4996543"/>
                </a:lnTo>
                <a:lnTo>
                  <a:pt x="11743113" y="5094514"/>
                </a:lnTo>
                <a:lnTo>
                  <a:pt x="11710604" y="5192486"/>
                </a:lnTo>
                <a:lnTo>
                  <a:pt x="11671147" y="5290457"/>
                </a:lnTo>
                <a:lnTo>
                  <a:pt x="11623575" y="5388429"/>
                </a:lnTo>
                <a:lnTo>
                  <a:pt x="11566917" y="5486400"/>
                </a:lnTo>
                <a:lnTo>
                  <a:pt x="11500487" y="5584371"/>
                </a:lnTo>
                <a:lnTo>
                  <a:pt x="11423955" y="5682343"/>
                </a:lnTo>
                <a:lnTo>
                  <a:pt x="11337391" y="5780314"/>
                </a:lnTo>
                <a:lnTo>
                  <a:pt x="11241294" y="5878286"/>
                </a:lnTo>
                <a:lnTo>
                  <a:pt x="11136598" y="5976257"/>
                </a:lnTo>
                <a:lnTo>
                  <a:pt x="11024661" y="6074229"/>
                </a:lnTo>
                <a:lnTo>
                  <a:pt x="10907224" y="6172200"/>
                </a:lnTo>
                <a:lnTo>
                  <a:pt x="10786373" y="6270171"/>
                </a:lnTo>
                <a:lnTo>
                  <a:pt x="10664468" y="6368143"/>
                </a:lnTo>
                <a:lnTo>
                  <a:pt x="10544074" y="6466114"/>
                </a:lnTo>
                <a:lnTo>
                  <a:pt x="10427872" y="6564086"/>
                </a:lnTo>
                <a:lnTo>
                  <a:pt x="10318573" y="6662057"/>
                </a:lnTo>
                <a:lnTo>
                  <a:pt x="10218827" y="6760029"/>
                </a:lnTo>
                <a:lnTo>
                  <a:pt x="10131124" y="6858000"/>
                </a:lnTo>
                <a:moveTo>
                  <a:pt x="11810281" y="0"/>
                </a:moveTo>
                <a:lnTo>
                  <a:pt x="11827446" y="97971"/>
                </a:lnTo>
                <a:lnTo>
                  <a:pt x="11875200" y="195943"/>
                </a:lnTo>
                <a:lnTo>
                  <a:pt x="11943645" y="293914"/>
                </a:lnTo>
                <a:lnTo>
                  <a:pt x="12020061" y="391886"/>
                </a:lnTo>
                <a:lnTo>
                  <a:pt x="12092716" y="489857"/>
                </a:lnTo>
                <a:lnTo>
                  <a:pt x="12153602" y="587829"/>
                </a:lnTo>
                <a:lnTo>
                  <a:pt x="12199328" y="685800"/>
                </a:lnTo>
                <a:lnTo>
                  <a:pt x="12230371" y="783771"/>
                </a:lnTo>
                <a:lnTo>
                  <a:pt x="12249468" y="881743"/>
                </a:lnTo>
                <a:lnTo>
                  <a:pt x="12260023" y="979714"/>
                </a:lnTo>
                <a:lnTo>
                  <a:pt x="12265026" y="1077686"/>
                </a:lnTo>
                <a:lnTo>
                  <a:pt x="12266582" y="1175657"/>
                </a:lnTo>
                <a:lnTo>
                  <a:pt x="12265871" y="1273629"/>
                </a:lnTo>
                <a:lnTo>
                  <a:pt x="12263329" y="1371600"/>
                </a:lnTo>
                <a:lnTo>
                  <a:pt x="12258854" y="1469571"/>
                </a:lnTo>
                <a:lnTo>
                  <a:pt x="12251974" y="1567543"/>
                </a:lnTo>
                <a:lnTo>
                  <a:pt x="12241973" y="1665514"/>
                </a:lnTo>
                <a:lnTo>
                  <a:pt x="12227977" y="1763486"/>
                </a:lnTo>
                <a:lnTo>
                  <a:pt x="12209053" y="1861457"/>
                </a:lnTo>
                <a:lnTo>
                  <a:pt x="12184326" y="1959429"/>
                </a:lnTo>
                <a:lnTo>
                  <a:pt x="12153127" y="2057400"/>
                </a:lnTo>
                <a:lnTo>
                  <a:pt x="12115156" y="2155371"/>
                </a:lnTo>
                <a:lnTo>
                  <a:pt x="12070647" y="2253343"/>
                </a:lnTo>
                <a:lnTo>
                  <a:pt x="12020499" y="2351314"/>
                </a:lnTo>
                <a:lnTo>
                  <a:pt x="11966334" y="2449286"/>
                </a:lnTo>
                <a:lnTo>
                  <a:pt x="11910464" y="2547257"/>
                </a:lnTo>
                <a:lnTo>
                  <a:pt x="11855732" y="2645229"/>
                </a:lnTo>
                <a:lnTo>
                  <a:pt x="11805253" y="2743200"/>
                </a:lnTo>
                <a:lnTo>
                  <a:pt x="11762062" y="2841171"/>
                </a:lnTo>
                <a:lnTo>
                  <a:pt x="11728733" y="2939143"/>
                </a:lnTo>
                <a:lnTo>
                  <a:pt x="11707036" y="3037114"/>
                </a:lnTo>
                <a:lnTo>
                  <a:pt x="11697679" y="3135086"/>
                </a:lnTo>
                <a:lnTo>
                  <a:pt x="11700205" y="3233057"/>
                </a:lnTo>
                <a:lnTo>
                  <a:pt x="11713055" y="3331029"/>
                </a:lnTo>
                <a:lnTo>
                  <a:pt x="11733784" y="3429000"/>
                </a:lnTo>
                <a:lnTo>
                  <a:pt x="11759406" y="3526971"/>
                </a:lnTo>
                <a:lnTo>
                  <a:pt x="11786783" y="3624943"/>
                </a:lnTo>
                <a:lnTo>
                  <a:pt x="11813009" y="3722914"/>
                </a:lnTo>
                <a:lnTo>
                  <a:pt x="11835714" y="3820886"/>
                </a:lnTo>
                <a:lnTo>
                  <a:pt x="11853261" y="3918857"/>
                </a:lnTo>
                <a:lnTo>
                  <a:pt x="11864798" y="4016829"/>
                </a:lnTo>
                <a:lnTo>
                  <a:pt x="11870197" y="4114800"/>
                </a:lnTo>
                <a:lnTo>
                  <a:pt x="11869892" y="4212771"/>
                </a:lnTo>
                <a:lnTo>
                  <a:pt x="11864668" y="4310743"/>
                </a:lnTo>
                <a:lnTo>
                  <a:pt x="11855426" y="4408714"/>
                </a:lnTo>
                <a:lnTo>
                  <a:pt x="11842981" y="4506686"/>
                </a:lnTo>
                <a:lnTo>
                  <a:pt x="11827897" y="4604657"/>
                </a:lnTo>
                <a:lnTo>
                  <a:pt x="11810379" y="4702629"/>
                </a:lnTo>
                <a:lnTo>
                  <a:pt x="11790237" y="4800600"/>
                </a:lnTo>
                <a:lnTo>
                  <a:pt x="11766895" y="4898571"/>
                </a:lnTo>
                <a:lnTo>
                  <a:pt x="11739450" y="4996543"/>
                </a:lnTo>
                <a:lnTo>
                  <a:pt x="11706764" y="5094514"/>
                </a:lnTo>
                <a:lnTo>
                  <a:pt x="11667574" y="5192486"/>
                </a:lnTo>
                <a:lnTo>
                  <a:pt x="11620610" y="5290457"/>
                </a:lnTo>
                <a:lnTo>
                  <a:pt x="11564711" y="5388429"/>
                </a:lnTo>
                <a:lnTo>
                  <a:pt x="11498936" y="5486400"/>
                </a:lnTo>
                <a:lnTo>
                  <a:pt x="11422651" y="5584371"/>
                </a:lnTo>
                <a:lnTo>
                  <a:pt x="11335604" y="5682343"/>
                </a:lnTo>
                <a:lnTo>
                  <a:pt x="11237971" y="5780314"/>
                </a:lnTo>
                <a:lnTo>
                  <a:pt x="11130389" y="5878286"/>
                </a:lnTo>
                <a:lnTo>
                  <a:pt x="11013955" y="5976257"/>
                </a:lnTo>
                <a:lnTo>
                  <a:pt x="10890216" y="6074229"/>
                </a:lnTo>
                <a:lnTo>
                  <a:pt x="10761125" y="6172200"/>
                </a:lnTo>
                <a:lnTo>
                  <a:pt x="10628994" y="6270171"/>
                </a:lnTo>
                <a:lnTo>
                  <a:pt x="10496417" y="6368143"/>
                </a:lnTo>
                <a:lnTo>
                  <a:pt x="10366195" y="6466114"/>
                </a:lnTo>
                <a:lnTo>
                  <a:pt x="10241239" y="6564086"/>
                </a:lnTo>
                <a:lnTo>
                  <a:pt x="10124473" y="6662057"/>
                </a:lnTo>
                <a:lnTo>
                  <a:pt x="10018732" y="6760029"/>
                </a:lnTo>
                <a:lnTo>
                  <a:pt x="9926666" y="6858000"/>
                </a:lnTo>
                <a:moveTo>
                  <a:pt x="11773018" y="0"/>
                </a:moveTo>
                <a:lnTo>
                  <a:pt x="11791570" y="97971"/>
                </a:lnTo>
                <a:lnTo>
                  <a:pt x="11843185" y="195943"/>
                </a:lnTo>
                <a:lnTo>
                  <a:pt x="11917162" y="293914"/>
                </a:lnTo>
                <a:lnTo>
                  <a:pt x="11999756" y="391886"/>
                </a:lnTo>
                <a:lnTo>
                  <a:pt x="12078285" y="489857"/>
                </a:lnTo>
                <a:lnTo>
                  <a:pt x="12144092" y="587829"/>
                </a:lnTo>
                <a:lnTo>
                  <a:pt x="12193515" y="685800"/>
                </a:lnTo>
                <a:lnTo>
                  <a:pt x="12227067" y="783771"/>
                </a:lnTo>
                <a:lnTo>
                  <a:pt x="12247707" y="881743"/>
                </a:lnTo>
                <a:lnTo>
                  <a:pt x="12259116" y="979714"/>
                </a:lnTo>
                <a:lnTo>
                  <a:pt x="12264525" y="1077686"/>
                </a:lnTo>
                <a:lnTo>
                  <a:pt x="12266207" y="1175657"/>
                </a:lnTo>
                <a:lnTo>
                  <a:pt x="12265440" y="1273629"/>
                </a:lnTo>
                <a:lnTo>
                  <a:pt x="12262694" y="1371600"/>
                </a:lnTo>
                <a:lnTo>
                  <a:pt x="12257860" y="1469571"/>
                </a:lnTo>
                <a:lnTo>
                  <a:pt x="12250431" y="1567543"/>
                </a:lnTo>
                <a:lnTo>
                  <a:pt x="12239630" y="1665514"/>
                </a:lnTo>
                <a:lnTo>
                  <a:pt x="12224516" y="1763486"/>
                </a:lnTo>
                <a:lnTo>
                  <a:pt x="12204083" y="1861457"/>
                </a:lnTo>
                <a:lnTo>
                  <a:pt x="12177388" y="1959429"/>
                </a:lnTo>
                <a:lnTo>
                  <a:pt x="12143712" y="2057400"/>
                </a:lnTo>
                <a:lnTo>
                  <a:pt x="12102738" y="2155371"/>
                </a:lnTo>
                <a:lnTo>
                  <a:pt x="12054725" y="2253343"/>
                </a:lnTo>
                <a:lnTo>
                  <a:pt x="12000654" y="2351314"/>
                </a:lnTo>
                <a:lnTo>
                  <a:pt x="11942290" y="2449286"/>
                </a:lnTo>
                <a:lnTo>
                  <a:pt x="11882145" y="2547257"/>
                </a:lnTo>
                <a:lnTo>
                  <a:pt x="11823308" y="2645229"/>
                </a:lnTo>
                <a:lnTo>
                  <a:pt x="11769163" y="2743200"/>
                </a:lnTo>
                <a:lnTo>
                  <a:pt x="11723008" y="2841171"/>
                </a:lnTo>
                <a:lnTo>
                  <a:pt x="11687645" y="2939143"/>
                </a:lnTo>
                <a:lnTo>
                  <a:pt x="11665000" y="3037114"/>
                </a:lnTo>
                <a:lnTo>
                  <a:pt x="11655854" y="3135086"/>
                </a:lnTo>
                <a:lnTo>
                  <a:pt x="11659719" y="3233057"/>
                </a:lnTo>
                <a:lnTo>
                  <a:pt x="11674909" y="3331029"/>
                </a:lnTo>
                <a:lnTo>
                  <a:pt x="11698774" y="3429000"/>
                </a:lnTo>
                <a:lnTo>
                  <a:pt x="11728064" y="3526971"/>
                </a:lnTo>
                <a:lnTo>
                  <a:pt x="11759352" y="3624943"/>
                </a:lnTo>
                <a:lnTo>
                  <a:pt x="11789450" y="3722914"/>
                </a:lnTo>
                <a:lnTo>
                  <a:pt x="11815738" y="3820886"/>
                </a:lnTo>
                <a:lnTo>
                  <a:pt x="11836373" y="3918857"/>
                </a:lnTo>
                <a:lnTo>
                  <a:pt x="11850354" y="4016829"/>
                </a:lnTo>
                <a:lnTo>
                  <a:pt x="11857459" y="4114800"/>
                </a:lnTo>
                <a:lnTo>
                  <a:pt x="11858073" y="4212771"/>
                </a:lnTo>
                <a:lnTo>
                  <a:pt x="11852964" y="4310743"/>
                </a:lnTo>
                <a:lnTo>
                  <a:pt x="11843038" y="4408714"/>
                </a:lnTo>
                <a:lnTo>
                  <a:pt x="11829122" y="4506686"/>
                </a:lnTo>
                <a:lnTo>
                  <a:pt x="11811788" y="4604657"/>
                </a:lnTo>
                <a:lnTo>
                  <a:pt x="11791246" y="4702629"/>
                </a:lnTo>
                <a:lnTo>
                  <a:pt x="11767300" y="4800600"/>
                </a:lnTo>
                <a:lnTo>
                  <a:pt x="11739360" y="4898571"/>
                </a:lnTo>
                <a:lnTo>
                  <a:pt x="11706504" y="4996543"/>
                </a:lnTo>
                <a:lnTo>
                  <a:pt x="11667576" y="5094514"/>
                </a:lnTo>
                <a:lnTo>
                  <a:pt x="11621298" y="5192486"/>
                </a:lnTo>
                <a:lnTo>
                  <a:pt x="11566399" y="5290457"/>
                </a:lnTo>
                <a:lnTo>
                  <a:pt x="11501736" y="5388429"/>
                </a:lnTo>
                <a:lnTo>
                  <a:pt x="11426401" y="5486400"/>
                </a:lnTo>
                <a:lnTo>
                  <a:pt x="11339825" y="5584371"/>
                </a:lnTo>
                <a:lnTo>
                  <a:pt x="11241844" y="5682343"/>
                </a:lnTo>
                <a:lnTo>
                  <a:pt x="11132756" y="5780314"/>
                </a:lnTo>
                <a:lnTo>
                  <a:pt x="11013345" y="5878286"/>
                </a:lnTo>
                <a:lnTo>
                  <a:pt x="10884889" y="5976257"/>
                </a:lnTo>
                <a:lnTo>
                  <a:pt x="10749134" y="6074229"/>
                </a:lnTo>
                <a:lnTo>
                  <a:pt x="10608256" y="6172200"/>
                </a:lnTo>
                <a:lnTo>
                  <a:pt x="10464803" y="6270171"/>
                </a:lnTo>
                <a:lnTo>
                  <a:pt x="10321613" y="6368143"/>
                </a:lnTo>
                <a:lnTo>
                  <a:pt x="10181726" y="6466114"/>
                </a:lnTo>
                <a:lnTo>
                  <a:pt x="10048283" y="6564086"/>
                </a:lnTo>
                <a:lnTo>
                  <a:pt x="9924419" y="6662057"/>
                </a:lnTo>
                <a:lnTo>
                  <a:pt x="9813151" y="6760029"/>
                </a:lnTo>
                <a:lnTo>
                  <a:pt x="9717275" y="6858000"/>
                </a:lnTo>
                <a:moveTo>
                  <a:pt x="11735255" y="0"/>
                </a:moveTo>
                <a:lnTo>
                  <a:pt x="11755213" y="97971"/>
                </a:lnTo>
                <a:lnTo>
                  <a:pt x="11810739" y="195943"/>
                </a:lnTo>
                <a:lnTo>
                  <a:pt x="11890325" y="293914"/>
                </a:lnTo>
                <a:lnTo>
                  <a:pt x="11979179" y="391886"/>
                </a:lnTo>
                <a:lnTo>
                  <a:pt x="12063659" y="489857"/>
                </a:lnTo>
                <a:lnTo>
                  <a:pt x="12134454" y="587829"/>
                </a:lnTo>
                <a:lnTo>
                  <a:pt x="12187623" y="685800"/>
                </a:lnTo>
                <a:lnTo>
                  <a:pt x="12223718" y="783771"/>
                </a:lnTo>
                <a:lnTo>
                  <a:pt x="12245923" y="881743"/>
                </a:lnTo>
                <a:lnTo>
                  <a:pt x="12258197" y="979714"/>
                </a:lnTo>
                <a:lnTo>
                  <a:pt x="12264016" y="1077686"/>
                </a:lnTo>
                <a:lnTo>
                  <a:pt x="12265826" y="1175657"/>
                </a:lnTo>
                <a:lnTo>
                  <a:pt x="12265003" y="1273629"/>
                </a:lnTo>
                <a:lnTo>
                  <a:pt x="12262051" y="1371600"/>
                </a:lnTo>
                <a:lnTo>
                  <a:pt x="12256854" y="1469571"/>
                </a:lnTo>
                <a:lnTo>
                  <a:pt x="12248866" y="1567543"/>
                </a:lnTo>
                <a:lnTo>
                  <a:pt x="12237255" y="1665514"/>
                </a:lnTo>
                <a:lnTo>
                  <a:pt x="12221008" y="1763486"/>
                </a:lnTo>
                <a:lnTo>
                  <a:pt x="12199045" y="1861457"/>
                </a:lnTo>
                <a:lnTo>
                  <a:pt x="12170356" y="1959429"/>
                </a:lnTo>
                <a:lnTo>
                  <a:pt x="12134171" y="2057400"/>
                </a:lnTo>
                <a:lnTo>
                  <a:pt x="12090152" y="2155371"/>
                </a:lnTo>
                <a:lnTo>
                  <a:pt x="12038588" y="2253343"/>
                </a:lnTo>
                <a:lnTo>
                  <a:pt x="11980541" y="2351314"/>
                </a:lnTo>
                <a:lnTo>
                  <a:pt x="11917921" y="2449286"/>
                </a:lnTo>
                <a:lnTo>
                  <a:pt x="11853443" y="2547257"/>
                </a:lnTo>
                <a:lnTo>
                  <a:pt x="11790445" y="2645229"/>
                </a:lnTo>
                <a:lnTo>
                  <a:pt x="11732583" y="2743200"/>
                </a:lnTo>
                <a:lnTo>
                  <a:pt x="11683421" y="2841171"/>
                </a:lnTo>
                <a:lnTo>
                  <a:pt x="11645991" y="2939143"/>
                </a:lnTo>
                <a:lnTo>
                  <a:pt x="11622381" y="3037114"/>
                </a:lnTo>
                <a:lnTo>
                  <a:pt x="11613440" y="3135086"/>
                </a:lnTo>
                <a:lnTo>
                  <a:pt x="11618652" y="3233057"/>
                </a:lnTo>
                <a:lnTo>
                  <a:pt x="11636202" y="3331029"/>
                </a:lnTo>
                <a:lnTo>
                  <a:pt x="11663229" y="3429000"/>
                </a:lnTo>
                <a:lnTo>
                  <a:pt x="11696213" y="3526971"/>
                </a:lnTo>
                <a:lnTo>
                  <a:pt x="11731437" y="3624943"/>
                </a:lnTo>
                <a:lnTo>
                  <a:pt x="11765424" y="3722914"/>
                </a:lnTo>
                <a:lnTo>
                  <a:pt x="11795297" y="3820886"/>
                </a:lnTo>
                <a:lnTo>
                  <a:pt x="11819005" y="3918857"/>
                </a:lnTo>
                <a:lnTo>
                  <a:pt x="11835394" y="4016829"/>
                </a:lnTo>
                <a:lnTo>
                  <a:pt x="11844143" y="4114800"/>
                </a:lnTo>
                <a:lnTo>
                  <a:pt x="11845586" y="4212771"/>
                </a:lnTo>
                <a:lnTo>
                  <a:pt x="11840472" y="4310743"/>
                </a:lnTo>
                <a:lnTo>
                  <a:pt x="11829709" y="4408714"/>
                </a:lnTo>
                <a:lnTo>
                  <a:pt x="11814135" y="4506686"/>
                </a:lnTo>
                <a:lnTo>
                  <a:pt x="11794330" y="4604657"/>
                </a:lnTo>
                <a:lnTo>
                  <a:pt x="11770508" y="4702629"/>
                </a:lnTo>
                <a:lnTo>
                  <a:pt x="11742466" y="4800600"/>
                </a:lnTo>
                <a:lnTo>
                  <a:pt x="11709601" y="4898571"/>
                </a:lnTo>
                <a:lnTo>
                  <a:pt x="11670974" y="4996543"/>
                </a:lnTo>
                <a:lnTo>
                  <a:pt x="11625414" y="5094514"/>
                </a:lnTo>
                <a:lnTo>
                  <a:pt x="11571636" y="5192486"/>
                </a:lnTo>
                <a:lnTo>
                  <a:pt x="11508372" y="5290457"/>
                </a:lnTo>
                <a:lnTo>
                  <a:pt x="11434503" y="5388429"/>
                </a:lnTo>
                <a:lnTo>
                  <a:pt x="11349168" y="5486400"/>
                </a:lnTo>
                <a:lnTo>
                  <a:pt x="11251869" y="5584371"/>
                </a:lnTo>
                <a:lnTo>
                  <a:pt x="11142547" y="5682343"/>
                </a:lnTo>
                <a:lnTo>
                  <a:pt x="11021632" y="5780314"/>
                </a:lnTo>
                <a:lnTo>
                  <a:pt x="10890072" y="5878286"/>
                </a:lnTo>
                <a:lnTo>
                  <a:pt x="10749334" y="5976257"/>
                </a:lnTo>
                <a:lnTo>
                  <a:pt x="10601380" y="6074229"/>
                </a:lnTo>
                <a:lnTo>
                  <a:pt x="10448620" y="6172200"/>
                </a:lnTo>
                <a:lnTo>
                  <a:pt x="10293845" y="6270171"/>
                </a:lnTo>
                <a:lnTo>
                  <a:pt x="10140143" y="6368143"/>
                </a:lnTo>
                <a:lnTo>
                  <a:pt x="9990798" y="6466114"/>
                </a:lnTo>
                <a:lnTo>
                  <a:pt x="9849181" y="6564086"/>
                </a:lnTo>
                <a:lnTo>
                  <a:pt x="9718634" y="6662057"/>
                </a:lnTo>
                <a:lnTo>
                  <a:pt x="9602350" y="6760029"/>
                </a:lnTo>
                <a:lnTo>
                  <a:pt x="9503258" y="6858000"/>
                </a:lnTo>
                <a:moveTo>
                  <a:pt x="11697016" y="0"/>
                </a:moveTo>
                <a:lnTo>
                  <a:pt x="11718398" y="97971"/>
                </a:lnTo>
                <a:lnTo>
                  <a:pt x="11777886" y="195943"/>
                </a:lnTo>
                <a:lnTo>
                  <a:pt x="11863149" y="293914"/>
                </a:lnTo>
                <a:lnTo>
                  <a:pt x="11958342" y="391886"/>
                </a:lnTo>
                <a:lnTo>
                  <a:pt x="12048849" y="489857"/>
                </a:lnTo>
                <a:lnTo>
                  <a:pt x="12124695" y="587829"/>
                </a:lnTo>
                <a:lnTo>
                  <a:pt x="12181657" y="685800"/>
                </a:lnTo>
                <a:lnTo>
                  <a:pt x="12220328" y="783771"/>
                </a:lnTo>
                <a:lnTo>
                  <a:pt x="12244117" y="881743"/>
                </a:lnTo>
                <a:lnTo>
                  <a:pt x="12257266" y="979714"/>
                </a:lnTo>
                <a:lnTo>
                  <a:pt x="12263501" y="1077686"/>
                </a:lnTo>
                <a:lnTo>
                  <a:pt x="12265441" y="1175657"/>
                </a:lnTo>
                <a:lnTo>
                  <a:pt x="12264560" y="1273629"/>
                </a:lnTo>
                <a:lnTo>
                  <a:pt x="12261399" y="1371600"/>
                </a:lnTo>
                <a:lnTo>
                  <a:pt x="12255834" y="1469571"/>
                </a:lnTo>
                <a:lnTo>
                  <a:pt x="12247282" y="1567543"/>
                </a:lnTo>
                <a:lnTo>
                  <a:pt x="12234850" y="1665514"/>
                </a:lnTo>
                <a:lnTo>
                  <a:pt x="12217456" y="1763486"/>
                </a:lnTo>
                <a:lnTo>
                  <a:pt x="12193944" y="1861457"/>
                </a:lnTo>
                <a:lnTo>
                  <a:pt x="12163235" y="1959429"/>
                </a:lnTo>
                <a:lnTo>
                  <a:pt x="12124509" y="2057400"/>
                </a:lnTo>
                <a:lnTo>
                  <a:pt x="12077408" y="2155371"/>
                </a:lnTo>
                <a:lnTo>
                  <a:pt x="12022247" y="2253343"/>
                </a:lnTo>
                <a:lnTo>
                  <a:pt x="11960173" y="2351314"/>
                </a:lnTo>
                <a:lnTo>
                  <a:pt x="11893243" y="2449286"/>
                </a:lnTo>
                <a:lnTo>
                  <a:pt x="11824375" y="2547257"/>
                </a:lnTo>
                <a:lnTo>
                  <a:pt x="11757162" y="2645229"/>
                </a:lnTo>
                <a:lnTo>
                  <a:pt x="11695534" y="2743200"/>
                </a:lnTo>
                <a:lnTo>
                  <a:pt x="11643325" y="2841171"/>
                </a:lnTo>
                <a:lnTo>
                  <a:pt x="11603798" y="2939143"/>
                </a:lnTo>
                <a:lnTo>
                  <a:pt x="11579205" y="3037114"/>
                </a:lnTo>
                <a:lnTo>
                  <a:pt x="11570464" y="3135086"/>
                </a:lnTo>
                <a:lnTo>
                  <a:pt x="11577030" y="3233057"/>
                </a:lnTo>
                <a:lnTo>
                  <a:pt x="11596955" y="3331029"/>
                </a:lnTo>
                <a:lnTo>
                  <a:pt x="11627164" y="3429000"/>
                </a:lnTo>
                <a:lnTo>
                  <a:pt x="11663866" y="3526971"/>
                </a:lnTo>
                <a:lnTo>
                  <a:pt x="11703045" y="3624943"/>
                </a:lnTo>
                <a:lnTo>
                  <a:pt x="11740931" y="3722914"/>
                </a:lnTo>
                <a:lnTo>
                  <a:pt x="11774385" y="3820886"/>
                </a:lnTo>
                <a:lnTo>
                  <a:pt x="11801143" y="3918857"/>
                </a:lnTo>
                <a:lnTo>
                  <a:pt x="11819895" y="4016829"/>
                </a:lnTo>
                <a:lnTo>
                  <a:pt x="11830218" y="4114800"/>
                </a:lnTo>
                <a:lnTo>
                  <a:pt x="11832391" y="4212771"/>
                </a:lnTo>
                <a:lnTo>
                  <a:pt x="11827142" y="4310743"/>
                </a:lnTo>
                <a:lnTo>
                  <a:pt x="11815380" y="4408714"/>
                </a:lnTo>
                <a:lnTo>
                  <a:pt x="11797950" y="4506686"/>
                </a:lnTo>
                <a:lnTo>
                  <a:pt x="11775442" y="4604657"/>
                </a:lnTo>
                <a:lnTo>
                  <a:pt x="11748071" y="4702629"/>
                </a:lnTo>
                <a:lnTo>
                  <a:pt x="11715629" y="4800600"/>
                </a:lnTo>
                <a:lnTo>
                  <a:pt x="11677501" y="4898571"/>
                </a:lnTo>
                <a:lnTo>
                  <a:pt x="11632734" y="4996543"/>
                </a:lnTo>
                <a:lnTo>
                  <a:pt x="11580145" y="5094514"/>
                </a:lnTo>
                <a:lnTo>
                  <a:pt x="11518446" y="5192486"/>
                </a:lnTo>
                <a:lnTo>
                  <a:pt x="11446382" y="5290457"/>
                </a:lnTo>
                <a:lnTo>
                  <a:pt x="11362864" y="5388429"/>
                </a:lnTo>
                <a:lnTo>
                  <a:pt x="11267089" y="5486400"/>
                </a:lnTo>
                <a:lnTo>
                  <a:pt x="11158645" y="5584371"/>
                </a:lnTo>
                <a:lnTo>
                  <a:pt x="11037586" y="5682343"/>
                </a:lnTo>
                <a:lnTo>
                  <a:pt x="10904490" y="5780314"/>
                </a:lnTo>
                <a:lnTo>
                  <a:pt x="10760482" y="5878286"/>
                </a:lnTo>
                <a:lnTo>
                  <a:pt x="10607231" y="5976257"/>
                </a:lnTo>
                <a:lnTo>
                  <a:pt x="10446928" y="6074229"/>
                </a:lnTo>
                <a:lnTo>
                  <a:pt x="10282225" y="6172200"/>
                </a:lnTo>
                <a:lnTo>
                  <a:pt x="10116169" y="6270171"/>
                </a:lnTo>
                <a:lnTo>
                  <a:pt x="9952100" y="6368143"/>
                </a:lnTo>
                <a:lnTo>
                  <a:pt x="9793549" y="6466114"/>
                </a:lnTo>
                <a:lnTo>
                  <a:pt x="9644117" y="6564086"/>
                </a:lnTo>
                <a:lnTo>
                  <a:pt x="9507346" y="6662057"/>
                </a:lnTo>
                <a:lnTo>
                  <a:pt x="9386596" y="6760029"/>
                </a:lnTo>
                <a:lnTo>
                  <a:pt x="9284921" y="6858000"/>
                </a:lnTo>
                <a:moveTo>
                  <a:pt x="11658325" y="0"/>
                </a:moveTo>
                <a:lnTo>
                  <a:pt x="11681148" y="97971"/>
                </a:lnTo>
                <a:lnTo>
                  <a:pt x="11744644" y="195943"/>
                </a:lnTo>
                <a:lnTo>
                  <a:pt x="11835651" y="293914"/>
                </a:lnTo>
                <a:lnTo>
                  <a:pt x="11937259" y="391886"/>
                </a:lnTo>
                <a:lnTo>
                  <a:pt x="12033864" y="489857"/>
                </a:lnTo>
                <a:lnTo>
                  <a:pt x="12114820" y="587829"/>
                </a:lnTo>
                <a:lnTo>
                  <a:pt x="12175621" y="685800"/>
                </a:lnTo>
                <a:lnTo>
                  <a:pt x="12216897" y="783771"/>
                </a:lnTo>
                <a:lnTo>
                  <a:pt x="12242289" y="881743"/>
                </a:lnTo>
                <a:lnTo>
                  <a:pt x="12256325" y="979714"/>
                </a:lnTo>
                <a:lnTo>
                  <a:pt x="12262980" y="1077686"/>
                </a:lnTo>
                <a:lnTo>
                  <a:pt x="12265051" y="1175657"/>
                </a:lnTo>
                <a:lnTo>
                  <a:pt x="12264111" y="1273629"/>
                </a:lnTo>
                <a:lnTo>
                  <a:pt x="12260740" y="1371600"/>
                </a:lnTo>
                <a:lnTo>
                  <a:pt x="12254803" y="1469571"/>
                </a:lnTo>
                <a:lnTo>
                  <a:pt x="12245678" y="1567543"/>
                </a:lnTo>
                <a:lnTo>
                  <a:pt x="12232416" y="1665514"/>
                </a:lnTo>
                <a:lnTo>
                  <a:pt x="12213861" y="1763486"/>
                </a:lnTo>
                <a:lnTo>
                  <a:pt x="12188783" y="1861457"/>
                </a:lnTo>
                <a:lnTo>
                  <a:pt x="12156030" y="1959429"/>
                </a:lnTo>
                <a:lnTo>
                  <a:pt x="12114731" y="2057400"/>
                </a:lnTo>
                <a:lnTo>
                  <a:pt x="12064511" y="2155371"/>
                </a:lnTo>
                <a:lnTo>
                  <a:pt x="12005711" y="2253343"/>
                </a:lnTo>
                <a:lnTo>
                  <a:pt x="11939562" y="2351314"/>
                </a:lnTo>
                <a:lnTo>
                  <a:pt x="11868269" y="2449286"/>
                </a:lnTo>
                <a:lnTo>
                  <a:pt x="11794960" y="2547257"/>
                </a:lnTo>
                <a:lnTo>
                  <a:pt x="11723480" y="2645229"/>
                </a:lnTo>
                <a:lnTo>
                  <a:pt x="11658038" y="2743200"/>
                </a:lnTo>
                <a:lnTo>
                  <a:pt x="11602743" y="2841171"/>
                </a:lnTo>
                <a:lnTo>
                  <a:pt x="11561090" y="2939143"/>
                </a:lnTo>
                <a:lnTo>
                  <a:pt x="11535494" y="3037114"/>
                </a:lnTo>
                <a:lnTo>
                  <a:pt x="11526948" y="3135086"/>
                </a:lnTo>
                <a:lnTo>
                  <a:pt x="11534872" y="3233057"/>
                </a:lnTo>
                <a:lnTo>
                  <a:pt x="11557185" y="3331029"/>
                </a:lnTo>
                <a:lnTo>
                  <a:pt x="11590593" y="3429000"/>
                </a:lnTo>
                <a:lnTo>
                  <a:pt x="11631031" y="3526971"/>
                </a:lnTo>
                <a:lnTo>
                  <a:pt x="11674178" y="3624943"/>
                </a:lnTo>
                <a:lnTo>
                  <a:pt x="11715966" y="3722914"/>
                </a:lnTo>
                <a:lnTo>
                  <a:pt x="11752991" y="3820886"/>
                </a:lnTo>
                <a:lnTo>
                  <a:pt x="11782770" y="3918857"/>
                </a:lnTo>
                <a:lnTo>
                  <a:pt x="11803833" y="4016829"/>
                </a:lnTo>
                <a:lnTo>
                  <a:pt x="11815651" y="4114800"/>
                </a:lnTo>
                <a:lnTo>
                  <a:pt x="11818446" y="4212771"/>
                </a:lnTo>
                <a:lnTo>
                  <a:pt x="11812922" y="4310743"/>
                </a:lnTo>
                <a:lnTo>
                  <a:pt x="11799988" y="4408714"/>
                </a:lnTo>
                <a:lnTo>
                  <a:pt x="11780494" y="4506686"/>
                </a:lnTo>
                <a:lnTo>
                  <a:pt x="11755038" y="4604657"/>
                </a:lnTo>
                <a:lnTo>
                  <a:pt x="11723838" y="4702629"/>
                </a:lnTo>
                <a:lnTo>
                  <a:pt x="11686680" y="4800600"/>
                </a:lnTo>
                <a:lnTo>
                  <a:pt x="11642939" y="4898571"/>
                </a:lnTo>
                <a:lnTo>
                  <a:pt x="11591652" y="4996543"/>
                </a:lnTo>
                <a:lnTo>
                  <a:pt x="11531628" y="5094514"/>
                </a:lnTo>
                <a:lnTo>
                  <a:pt x="11461581" y="5192486"/>
                </a:lnTo>
                <a:lnTo>
                  <a:pt x="11380278" y="5290457"/>
                </a:lnTo>
                <a:lnTo>
                  <a:pt x="11286669" y="5388429"/>
                </a:lnTo>
                <a:lnTo>
                  <a:pt x="11180019" y="5486400"/>
                </a:lnTo>
                <a:lnTo>
                  <a:pt x="11060014" y="5584371"/>
                </a:lnTo>
                <a:lnTo>
                  <a:pt x="10926836" y="5682343"/>
                </a:lnTo>
                <a:lnTo>
                  <a:pt x="10781223" y="5780314"/>
                </a:lnTo>
                <a:lnTo>
                  <a:pt x="10624490" y="5878286"/>
                </a:lnTo>
                <a:lnTo>
                  <a:pt x="10458525" y="5976257"/>
                </a:lnTo>
                <a:lnTo>
                  <a:pt x="10285755" y="6074229"/>
                </a:lnTo>
                <a:lnTo>
                  <a:pt x="10109088" y="6172200"/>
                </a:lnTo>
                <a:lnTo>
                  <a:pt x="9931830" y="6270171"/>
                </a:lnTo>
                <a:lnTo>
                  <a:pt x="9757582" y="6368143"/>
                </a:lnTo>
                <a:lnTo>
                  <a:pt x="9590123" y="6466114"/>
                </a:lnTo>
                <a:lnTo>
                  <a:pt x="9433277" y="6564086"/>
                </a:lnTo>
                <a:lnTo>
                  <a:pt x="9290785" y="6662057"/>
                </a:lnTo>
                <a:lnTo>
                  <a:pt x="9166162" y="6760029"/>
                </a:lnTo>
                <a:lnTo>
                  <a:pt x="9062571" y="6858000"/>
                </a:lnTo>
                <a:moveTo>
                  <a:pt x="11619201" y="0"/>
                </a:moveTo>
                <a:lnTo>
                  <a:pt x="11643481" y="97971"/>
                </a:lnTo>
                <a:lnTo>
                  <a:pt x="11711030" y="195943"/>
                </a:lnTo>
                <a:lnTo>
                  <a:pt x="11807847" y="293914"/>
                </a:lnTo>
                <a:lnTo>
                  <a:pt x="11915940" y="391886"/>
                </a:lnTo>
                <a:lnTo>
                  <a:pt x="12018712" y="489857"/>
                </a:lnTo>
                <a:lnTo>
                  <a:pt x="12104835" y="587829"/>
                </a:lnTo>
                <a:lnTo>
                  <a:pt x="12169517" y="685800"/>
                </a:lnTo>
                <a:lnTo>
                  <a:pt x="12213428" y="783771"/>
                </a:lnTo>
                <a:lnTo>
                  <a:pt x="12240441" y="881743"/>
                </a:lnTo>
                <a:lnTo>
                  <a:pt x="12255372" y="979714"/>
                </a:lnTo>
                <a:lnTo>
                  <a:pt x="12262453" y="1077686"/>
                </a:lnTo>
                <a:lnTo>
                  <a:pt x="12264657" y="1175657"/>
                </a:lnTo>
                <a:lnTo>
                  <a:pt x="12263658" y="1273629"/>
                </a:lnTo>
                <a:lnTo>
                  <a:pt x="12260073" y="1371600"/>
                </a:lnTo>
                <a:lnTo>
                  <a:pt x="12253760" y="1469571"/>
                </a:lnTo>
                <a:lnTo>
                  <a:pt x="12244057" y="1567543"/>
                </a:lnTo>
                <a:lnTo>
                  <a:pt x="12229955" y="1665514"/>
                </a:lnTo>
                <a:lnTo>
                  <a:pt x="12210226" y="1763486"/>
                </a:lnTo>
                <a:lnTo>
                  <a:pt x="12183563" y="1861457"/>
                </a:lnTo>
                <a:lnTo>
                  <a:pt x="12148744" y="1959429"/>
                </a:lnTo>
                <a:lnTo>
                  <a:pt x="12104844" y="2057400"/>
                </a:lnTo>
                <a:lnTo>
                  <a:pt x="12051469" y="2155371"/>
                </a:lnTo>
                <a:lnTo>
                  <a:pt x="11988988" y="2253343"/>
                </a:lnTo>
                <a:lnTo>
                  <a:pt x="11918718" y="2351314"/>
                </a:lnTo>
                <a:lnTo>
                  <a:pt x="11843014" y="2449286"/>
                </a:lnTo>
                <a:lnTo>
                  <a:pt x="11765211" y="2547257"/>
                </a:lnTo>
                <a:lnTo>
                  <a:pt x="11689414" y="2645229"/>
                </a:lnTo>
                <a:lnTo>
                  <a:pt x="11620114" y="2743200"/>
                </a:lnTo>
                <a:lnTo>
                  <a:pt x="11561693" y="2841171"/>
                </a:lnTo>
                <a:lnTo>
                  <a:pt x="11517885" y="2939143"/>
                </a:lnTo>
                <a:lnTo>
                  <a:pt x="11491269" y="3037114"/>
                </a:lnTo>
                <a:lnTo>
                  <a:pt x="11482910" y="3135086"/>
                </a:lnTo>
                <a:lnTo>
                  <a:pt x="11492194" y="3233057"/>
                </a:lnTo>
                <a:lnTo>
                  <a:pt x="11516905" y="3331029"/>
                </a:lnTo>
                <a:lnTo>
                  <a:pt x="11553527" y="3429000"/>
                </a:lnTo>
                <a:lnTo>
                  <a:pt x="11597713" y="3526971"/>
                </a:lnTo>
                <a:lnTo>
                  <a:pt x="11644836" y="3624943"/>
                </a:lnTo>
                <a:lnTo>
                  <a:pt x="11690526" y="3722914"/>
                </a:lnTo>
                <a:lnTo>
                  <a:pt x="11731104" y="3820886"/>
                </a:lnTo>
                <a:lnTo>
                  <a:pt x="11763867" y="3918857"/>
                </a:lnTo>
                <a:lnTo>
                  <a:pt x="11787180" y="4016829"/>
                </a:lnTo>
                <a:lnTo>
                  <a:pt x="11800406" y="4114800"/>
                </a:lnTo>
                <a:lnTo>
                  <a:pt x="11803704" y="4212771"/>
                </a:lnTo>
                <a:lnTo>
                  <a:pt x="11797757" y="4310743"/>
                </a:lnTo>
                <a:lnTo>
                  <a:pt x="11783465" y="4408714"/>
                </a:lnTo>
                <a:lnTo>
                  <a:pt x="11761688" y="4506686"/>
                </a:lnTo>
                <a:lnTo>
                  <a:pt x="11733029" y="4604657"/>
                </a:lnTo>
                <a:lnTo>
                  <a:pt x="11697708" y="4702629"/>
                </a:lnTo>
                <a:lnTo>
                  <a:pt x="11655507" y="4800600"/>
                </a:lnTo>
                <a:lnTo>
                  <a:pt x="11605794" y="4898571"/>
                </a:lnTo>
                <a:lnTo>
                  <a:pt x="11547596" y="4996543"/>
                </a:lnTo>
                <a:lnTo>
                  <a:pt x="11479722" y="5094514"/>
                </a:lnTo>
                <a:lnTo>
                  <a:pt x="11400895" y="5192486"/>
                </a:lnTo>
                <a:lnTo>
                  <a:pt x="11309909" y="5290457"/>
                </a:lnTo>
                <a:lnTo>
                  <a:pt x="11205767" y="5388429"/>
                </a:lnTo>
                <a:lnTo>
                  <a:pt x="11087812" y="5486400"/>
                </a:lnTo>
                <a:lnTo>
                  <a:pt x="10955839" y="5584371"/>
                </a:lnTo>
                <a:lnTo>
                  <a:pt x="10810173" y="5682343"/>
                </a:lnTo>
                <a:lnTo>
                  <a:pt x="10651726" y="5780314"/>
                </a:lnTo>
                <a:lnTo>
                  <a:pt x="10482017" y="5878286"/>
                </a:lnTo>
                <a:lnTo>
                  <a:pt x="10303164" y="5976257"/>
                </a:lnTo>
                <a:lnTo>
                  <a:pt x="10117845" y="6074229"/>
                </a:lnTo>
                <a:lnTo>
                  <a:pt x="9929230" y="6172200"/>
                </a:lnTo>
                <a:lnTo>
                  <a:pt x="9740894" y="6270171"/>
                </a:lnTo>
                <a:lnTo>
                  <a:pt x="9556699" y="6368143"/>
                </a:lnTo>
                <a:lnTo>
                  <a:pt x="9380671" y="6466114"/>
                </a:lnTo>
                <a:lnTo>
                  <a:pt x="9216859" y="6564086"/>
                </a:lnTo>
                <a:lnTo>
                  <a:pt x="9069188" y="6662057"/>
                </a:lnTo>
                <a:lnTo>
                  <a:pt x="8941321" y="6760029"/>
                </a:lnTo>
                <a:lnTo>
                  <a:pt x="8836518" y="6858000"/>
                </a:lnTo>
                <a:moveTo>
                  <a:pt x="11579663" y="0"/>
                </a:moveTo>
                <a:lnTo>
                  <a:pt x="11605415" y="97971"/>
                </a:lnTo>
                <a:lnTo>
                  <a:pt x="11677060" y="195943"/>
                </a:lnTo>
                <a:lnTo>
                  <a:pt x="11779747" y="293914"/>
                </a:lnTo>
                <a:lnTo>
                  <a:pt x="11894395" y="391886"/>
                </a:lnTo>
                <a:lnTo>
                  <a:pt x="12003399" y="489857"/>
                </a:lnTo>
                <a:lnTo>
                  <a:pt x="12094744" y="587829"/>
                </a:lnTo>
                <a:lnTo>
                  <a:pt x="12163348" y="685800"/>
                </a:lnTo>
                <a:lnTo>
                  <a:pt x="12209922" y="783771"/>
                </a:lnTo>
                <a:lnTo>
                  <a:pt x="12238573" y="881743"/>
                </a:lnTo>
                <a:lnTo>
                  <a:pt x="12254410" y="979714"/>
                </a:lnTo>
                <a:lnTo>
                  <a:pt x="12261920" y="1077686"/>
                </a:lnTo>
                <a:lnTo>
                  <a:pt x="12264259" y="1175657"/>
                </a:lnTo>
                <a:lnTo>
                  <a:pt x="12263200" y="1273629"/>
                </a:lnTo>
                <a:lnTo>
                  <a:pt x="12259399" y="1371600"/>
                </a:lnTo>
                <a:lnTo>
                  <a:pt x="12252706" y="1469571"/>
                </a:lnTo>
                <a:lnTo>
                  <a:pt x="12242419" y="1567543"/>
                </a:lnTo>
                <a:lnTo>
                  <a:pt x="12227468" y="1665514"/>
                </a:lnTo>
                <a:lnTo>
                  <a:pt x="12206553" y="1763486"/>
                </a:lnTo>
                <a:lnTo>
                  <a:pt x="12178288" y="1861457"/>
                </a:lnTo>
                <a:lnTo>
                  <a:pt x="12141380" y="1959429"/>
                </a:lnTo>
                <a:lnTo>
                  <a:pt x="12094852" y="2057400"/>
                </a:lnTo>
                <a:lnTo>
                  <a:pt x="12038289" y="2155371"/>
                </a:lnTo>
                <a:lnTo>
                  <a:pt x="11972087" y="2253343"/>
                </a:lnTo>
                <a:lnTo>
                  <a:pt x="11897652" y="2351314"/>
                </a:lnTo>
                <a:lnTo>
                  <a:pt x="11817487" y="2449286"/>
                </a:lnTo>
                <a:lnTo>
                  <a:pt x="11735143" y="2547257"/>
                </a:lnTo>
                <a:lnTo>
                  <a:pt x="11654981" y="2645229"/>
                </a:lnTo>
                <a:lnTo>
                  <a:pt x="11581778" y="2743200"/>
                </a:lnTo>
                <a:lnTo>
                  <a:pt x="11520195" y="2841171"/>
                </a:lnTo>
                <a:lnTo>
                  <a:pt x="11474202" y="2939143"/>
                </a:lnTo>
                <a:lnTo>
                  <a:pt x="11446548" y="3037114"/>
                </a:lnTo>
                <a:lnTo>
                  <a:pt x="11438367" y="3135086"/>
                </a:lnTo>
                <a:lnTo>
                  <a:pt x="11449011" y="3233057"/>
                </a:lnTo>
                <a:lnTo>
                  <a:pt x="11476127" y="3331029"/>
                </a:lnTo>
                <a:lnTo>
                  <a:pt x="11515973" y="3429000"/>
                </a:lnTo>
                <a:lnTo>
                  <a:pt x="11563917" y="3526971"/>
                </a:lnTo>
                <a:lnTo>
                  <a:pt x="11615019" y="3624943"/>
                </a:lnTo>
                <a:lnTo>
                  <a:pt x="11664601" y="3722914"/>
                </a:lnTo>
                <a:lnTo>
                  <a:pt x="11708708" y="3820886"/>
                </a:lnTo>
                <a:lnTo>
                  <a:pt x="11744411" y="3918857"/>
                </a:lnTo>
                <a:lnTo>
                  <a:pt x="11769905" y="4016829"/>
                </a:lnTo>
                <a:lnTo>
                  <a:pt x="11784442" y="4114800"/>
                </a:lnTo>
                <a:lnTo>
                  <a:pt x="11788118" y="4212771"/>
                </a:lnTo>
                <a:lnTo>
                  <a:pt x="11781586" y="4310743"/>
                </a:lnTo>
                <a:lnTo>
                  <a:pt x="11765743" y="4408714"/>
                </a:lnTo>
                <a:lnTo>
                  <a:pt x="11741451" y="4506686"/>
                </a:lnTo>
                <a:lnTo>
                  <a:pt x="11709322" y="4604657"/>
                </a:lnTo>
                <a:lnTo>
                  <a:pt x="11669575" y="4702629"/>
                </a:lnTo>
                <a:lnTo>
                  <a:pt x="11621993" y="4800600"/>
                </a:lnTo>
                <a:lnTo>
                  <a:pt x="11565936" y="4898571"/>
                </a:lnTo>
                <a:lnTo>
                  <a:pt x="11500428" y="4996543"/>
                </a:lnTo>
                <a:lnTo>
                  <a:pt x="11424281" y="5094514"/>
                </a:lnTo>
                <a:lnTo>
                  <a:pt x="11336237" y="5192486"/>
                </a:lnTo>
                <a:lnTo>
                  <a:pt x="11235123" y="5290457"/>
                </a:lnTo>
                <a:lnTo>
                  <a:pt x="11120007" y="5388429"/>
                </a:lnTo>
                <a:lnTo>
                  <a:pt x="10990322" y="5486400"/>
                </a:lnTo>
                <a:lnTo>
                  <a:pt x="10845985" y="5584371"/>
                </a:lnTo>
                <a:lnTo>
                  <a:pt x="10687478" y="5682343"/>
                </a:lnTo>
                <a:lnTo>
                  <a:pt x="10515901" y="5780314"/>
                </a:lnTo>
                <a:lnTo>
                  <a:pt x="10332992" y="5878286"/>
                </a:lnTo>
                <a:lnTo>
                  <a:pt x="10141109" y="5976257"/>
                </a:lnTo>
                <a:lnTo>
                  <a:pt x="9943192" y="6074229"/>
                </a:lnTo>
                <a:lnTo>
                  <a:pt x="9742685" y="6172200"/>
                </a:lnTo>
                <a:lnTo>
                  <a:pt x="9543433" y="6270171"/>
                </a:lnTo>
                <a:lnTo>
                  <a:pt x="9349565" y="6368143"/>
                </a:lnTo>
                <a:lnTo>
                  <a:pt x="9165354" y="6466114"/>
                </a:lnTo>
                <a:lnTo>
                  <a:pt x="8995063" y="6564086"/>
                </a:lnTo>
                <a:lnTo>
                  <a:pt x="8842799" y="6662057"/>
                </a:lnTo>
                <a:lnTo>
                  <a:pt x="8712355" y="6760029"/>
                </a:lnTo>
                <a:lnTo>
                  <a:pt x="8607071" y="6858000"/>
                </a:lnTo>
                <a:moveTo>
                  <a:pt x="11539727" y="0"/>
                </a:moveTo>
                <a:lnTo>
                  <a:pt x="11566966" y="97971"/>
                </a:lnTo>
                <a:lnTo>
                  <a:pt x="11642748" y="195943"/>
                </a:lnTo>
                <a:lnTo>
                  <a:pt x="11751366" y="293914"/>
                </a:lnTo>
                <a:lnTo>
                  <a:pt x="11872634" y="391886"/>
                </a:lnTo>
                <a:lnTo>
                  <a:pt x="11987932" y="489857"/>
                </a:lnTo>
                <a:lnTo>
                  <a:pt x="12084552" y="587829"/>
                </a:lnTo>
                <a:lnTo>
                  <a:pt x="12157117" y="685800"/>
                </a:lnTo>
                <a:lnTo>
                  <a:pt x="12206381" y="783771"/>
                </a:lnTo>
                <a:lnTo>
                  <a:pt x="12236687" y="881743"/>
                </a:lnTo>
                <a:lnTo>
                  <a:pt x="12253438" y="979714"/>
                </a:lnTo>
                <a:lnTo>
                  <a:pt x="12261382" y="1077686"/>
                </a:lnTo>
                <a:lnTo>
                  <a:pt x="12263856" y="1175657"/>
                </a:lnTo>
                <a:lnTo>
                  <a:pt x="12262738" y="1273629"/>
                </a:lnTo>
                <a:lnTo>
                  <a:pt x="12258719" y="1371600"/>
                </a:lnTo>
                <a:lnTo>
                  <a:pt x="12251641" y="1469571"/>
                </a:lnTo>
                <a:lnTo>
                  <a:pt x="12240764" y="1567543"/>
                </a:lnTo>
                <a:lnTo>
                  <a:pt x="12224956" y="1665514"/>
                </a:lnTo>
                <a:lnTo>
                  <a:pt x="12202842" y="1763486"/>
                </a:lnTo>
                <a:lnTo>
                  <a:pt x="12172959" y="1861457"/>
                </a:lnTo>
                <a:lnTo>
                  <a:pt x="12133942" y="1959429"/>
                </a:lnTo>
                <a:lnTo>
                  <a:pt x="12084758" y="2057400"/>
                </a:lnTo>
                <a:lnTo>
                  <a:pt x="12024974" y="2155371"/>
                </a:lnTo>
                <a:lnTo>
                  <a:pt x="11955014" y="2253343"/>
                </a:lnTo>
                <a:lnTo>
                  <a:pt x="11876371" y="2351314"/>
                </a:lnTo>
                <a:lnTo>
                  <a:pt x="11791700" y="2449286"/>
                </a:lnTo>
                <a:lnTo>
                  <a:pt x="11704766" y="2547257"/>
                </a:lnTo>
                <a:lnTo>
                  <a:pt x="11620194" y="2645229"/>
                </a:lnTo>
                <a:lnTo>
                  <a:pt x="11543045" y="2743200"/>
                </a:lnTo>
                <a:lnTo>
                  <a:pt x="11478263" y="2841171"/>
                </a:lnTo>
                <a:lnTo>
                  <a:pt x="11430058" y="2939143"/>
                </a:lnTo>
                <a:lnTo>
                  <a:pt x="11401345" y="3037114"/>
                </a:lnTo>
                <a:lnTo>
                  <a:pt x="11393333" y="3135086"/>
                </a:lnTo>
                <a:lnTo>
                  <a:pt x="11405336" y="3233057"/>
                </a:lnTo>
                <a:lnTo>
                  <a:pt x="11434860" y="3331029"/>
                </a:lnTo>
                <a:lnTo>
                  <a:pt x="11477936" y="3429000"/>
                </a:lnTo>
                <a:lnTo>
                  <a:pt x="11529643" y="3526971"/>
                </a:lnTo>
                <a:lnTo>
                  <a:pt x="11584721" y="3624943"/>
                </a:lnTo>
                <a:lnTo>
                  <a:pt x="11638181" y="3722914"/>
                </a:lnTo>
                <a:lnTo>
                  <a:pt x="11685787" y="3820886"/>
                </a:lnTo>
                <a:lnTo>
                  <a:pt x="11724378" y="3918857"/>
                </a:lnTo>
                <a:lnTo>
                  <a:pt x="11751977" y="4016829"/>
                </a:lnTo>
                <a:lnTo>
                  <a:pt x="11767720" y="4114800"/>
                </a:lnTo>
                <a:lnTo>
                  <a:pt x="11771636" y="4212771"/>
                </a:lnTo>
                <a:lnTo>
                  <a:pt x="11764348" y="4310743"/>
                </a:lnTo>
                <a:lnTo>
                  <a:pt x="11746747" y="4408714"/>
                </a:lnTo>
                <a:lnTo>
                  <a:pt x="11719699" y="4506686"/>
                </a:lnTo>
                <a:lnTo>
                  <a:pt x="11683819" y="4604657"/>
                </a:lnTo>
                <a:lnTo>
                  <a:pt x="11639332" y="4702629"/>
                </a:lnTo>
                <a:lnTo>
                  <a:pt x="11586017" y="4800600"/>
                </a:lnTo>
                <a:lnTo>
                  <a:pt x="11523234" y="4898571"/>
                </a:lnTo>
                <a:lnTo>
                  <a:pt x="11450008" y="4996543"/>
                </a:lnTo>
                <a:lnTo>
                  <a:pt x="11365159" y="5094514"/>
                </a:lnTo>
                <a:lnTo>
                  <a:pt x="11267453" y="5192486"/>
                </a:lnTo>
                <a:lnTo>
                  <a:pt x="11155767" y="5290457"/>
                </a:lnTo>
                <a:lnTo>
                  <a:pt x="11029237" y="5388429"/>
                </a:lnTo>
                <a:lnTo>
                  <a:pt x="10887404" y="5486400"/>
                </a:lnTo>
                <a:lnTo>
                  <a:pt x="10730319" y="5584371"/>
                </a:lnTo>
                <a:lnTo>
                  <a:pt x="10558635" y="5682343"/>
                </a:lnTo>
                <a:lnTo>
                  <a:pt x="10373655" y="5780314"/>
                </a:lnTo>
                <a:lnTo>
                  <a:pt x="10177345" y="5878286"/>
                </a:lnTo>
                <a:lnTo>
                  <a:pt x="9972323" y="5976257"/>
                </a:lnTo>
                <a:lnTo>
                  <a:pt x="9761797" y="6074229"/>
                </a:lnTo>
                <a:lnTo>
                  <a:pt x="9549492" y="6172200"/>
                </a:lnTo>
                <a:lnTo>
                  <a:pt x="9339531" y="6270171"/>
                </a:lnTo>
                <a:lnTo>
                  <a:pt x="9136309" y="6368143"/>
                </a:lnTo>
                <a:lnTo>
                  <a:pt x="8944341" y="6466114"/>
                </a:lnTo>
                <a:lnTo>
                  <a:pt x="8768103" y="6564086"/>
                </a:lnTo>
                <a:lnTo>
                  <a:pt x="8611867" y="6662057"/>
                </a:lnTo>
                <a:lnTo>
                  <a:pt x="8479548" y="6760029"/>
                </a:lnTo>
                <a:lnTo>
                  <a:pt x="8374546" y="6858000"/>
                </a:lnTo>
              </a:path>
            </a:pathLst>
          </a:custGeom>
          <a:noFill/>
          <a:ln w="6985">
            <a:solidFill>
              <a:srgbClr val="6D4E7E"/>
            </a:solidFill>
            <a:prstDash val="solid"/>
          </a:ln>
        </p:spPr>
        <p:txBody>
          <a:bodyPr/>
          <a:p/>
        </p:txBody>
      </p:sp>
      <p:sp>
        <p:nvSpPr>
          <p:cNvPr id="29" name="Shape 27"/>
          <p:cNvSpPr/>
          <p:nvPr/>
        </p:nvSpPr>
        <p:spPr>
          <a:xfrm>
            <a:off x="685800" y="475488"/>
            <a:ext cx="146304" cy="146304"/>
          </a:xfrm>
          <a:prstGeom prst="ellipse">
            <a:avLst/>
          </a:prstGeom>
          <a:solidFill>
            <a:srgbClr val="A5A3F6"/>
          </a:solidFill>
          <a:ln/>
        </p:spPr>
        <p:txBody>
          <a:bodyPr/>
          <a:p/>
        </p:txBody>
      </p:sp>
      <p:sp>
        <p:nvSpPr>
          <p:cNvPr id="30" name="Shape 28"/>
          <p:cNvSpPr/>
          <p:nvPr/>
        </p:nvSpPr>
        <p:spPr>
          <a:xfrm>
            <a:off x="804672" y="475488"/>
            <a:ext cx="146304" cy="146304"/>
          </a:xfrm>
          <a:prstGeom prst="ellipse">
            <a:avLst/>
          </a:prstGeom>
          <a:solidFill>
            <a:srgbClr val="CA98E2"/>
          </a:solidFill>
          <a:ln/>
        </p:spPr>
        <p:txBody>
          <a:bodyPr/>
          <a:p/>
        </p:txBody>
      </p:sp>
      <p:sp>
        <p:nvSpPr>
          <p:cNvPr id="31" name="Shape 29"/>
          <p:cNvSpPr/>
          <p:nvPr/>
        </p:nvSpPr>
        <p:spPr>
          <a:xfrm>
            <a:off x="923544" y="475488"/>
            <a:ext cx="146304" cy="146304"/>
          </a:xfrm>
          <a:prstGeom prst="ellipse">
            <a:avLst/>
          </a:prstGeom>
          <a:solidFill>
            <a:srgbClr val="EF8ECD"/>
          </a:solidFill>
          <a:ln/>
        </p:spPr>
        <p:txBody>
          <a:bodyPr/>
          <a:p/>
        </p:txBody>
      </p:sp>
      <p:sp>
        <p:nvSpPr>
          <p:cNvPr id="32" name="Text 30"/>
          <p:cNvSpPr/>
          <p:nvPr/>
        </p:nvSpPr>
        <p:spPr>
          <a:xfrm>
            <a:off x="1133856" y="420624"/>
            <a:ext cx="2743200" cy="256032"/>
          </a:xfrm>
          <a:prstGeom prst="rect">
            <a:avLst/>
          </a:prstGeom>
          <a:noFill/>
          <a:ln/>
        </p:spPr>
        <p:txBody>
          <a:bodyPr wrap="square" lIns="0" tIns="0" rIns="0" bIns="0" rtlCol="0" anchor="ctr"/>
          <a:lstStyle/>
          <a:p>
            <a:pPr indent="0" marL="0">
              <a:buNone/>
            </a:pPr>
            <a:r>
              <a:rPr lang="en-US" sz="1000" dirty="0">
                <a:solidFill>
                  <a:srgbClr val="A3A9C9"/>
                </a:solidFill>
                <a:latin typeface="JetBrains Mono" pitchFamily="34" charset="0"/>
                <a:ea typeface="JetBrains Mono" pitchFamily="34" charset="-122"/>
                <a:cs typeface="JetBrains Mono" pitchFamily="34" charset="-120"/>
              </a:rPr>
              <a:t>engineering-memory</a:t>
            </a:r>
            <a:endParaRPr lang="en-US" sz="1000" dirty="0"/>
          </a:p>
        </p:txBody>
      </p:sp>
      <p:sp>
        <p:nvSpPr>
          <p:cNvPr id="33" name="Text 31"/>
          <p:cNvSpPr/>
          <p:nvPr/>
        </p:nvSpPr>
        <p:spPr>
          <a:xfrm>
            <a:off x="8778240" y="420624"/>
            <a:ext cx="2697480" cy="274320"/>
          </a:xfrm>
          <a:prstGeom prst="rect">
            <a:avLst/>
          </a:prstGeom>
          <a:noFill/>
          <a:ln/>
        </p:spPr>
        <p:txBody>
          <a:bodyPr wrap="square" rtlCol="0" anchor="ctr"/>
          <a:lstStyle/>
          <a:p>
            <a:pPr algn="r" indent="0" marL="0">
              <a:buNone/>
            </a:pPr>
            <a:r>
              <a:rPr lang="en-US" sz="1000" dirty="0">
                <a:solidFill>
                  <a:srgbClr val="A3A9C9"/>
                </a:solidFill>
                <a:latin typeface="JetBrains Mono" pitchFamily="34" charset="0"/>
                <a:ea typeface="JetBrains Mono" pitchFamily="34" charset="-122"/>
                <a:cs typeface="JetBrains Mono" pitchFamily="34" charset="-120"/>
              </a:rPr>
              <a:t>sdlc-agent · prototype</a:t>
            </a:r>
            <a:endParaRPr lang="en-US" sz="1000" dirty="0"/>
          </a:p>
        </p:txBody>
      </p:sp>
      <p:sp>
        <p:nvSpPr>
          <p:cNvPr id="34" name="Text 32"/>
          <p:cNvSpPr/>
          <p:nvPr/>
        </p:nvSpPr>
        <p:spPr>
          <a:xfrm>
            <a:off x="8716975" y="6263640"/>
            <a:ext cx="2743200" cy="320040"/>
          </a:xfrm>
          <a:prstGeom prst="rect">
            <a:avLst/>
          </a:prstGeom>
          <a:noFill/>
          <a:ln/>
        </p:spPr>
        <p:txBody>
          <a:bodyPr wrap="square" rtlCol="0" anchor="t"/>
          <a:lstStyle/>
          <a:p>
            <a:pPr algn="r" indent="0" marL="0">
              <a:buNone/>
            </a:pPr>
            <a:r>
              <a:rPr lang="en-US" sz="1100" dirty="0">
                <a:solidFill>
                  <a:srgbClr val="A3A9C9"/>
                </a:solidFill>
                <a:latin typeface="JetBrains Mono" pitchFamily="34" charset="0"/>
                <a:ea typeface="JetBrains Mono" pitchFamily="34" charset="-122"/>
                <a:cs typeface="JetBrains Mono" pitchFamily="34" charset="-120"/>
              </a:rPr>
              <a:t>11</a:t>
            </a:r>
            <a:endParaRPr lang="en-US" sz="1100" dirty="0"/>
          </a:p>
        </p:txBody>
      </p:sp>
      <p:sp>
        <p:nvSpPr>
          <p:cNvPr id="35" name="TextBox 34"/>
          <p:cNvSpPr txBox="1"/>
          <p:nvPr/>
        </p:nvSpPr>
        <p:spPr>
          <a:xfrm>
            <a:off x="777240" y="6291072"/>
            <a:ext cx="5486400" cy="274320"/>
          </a:xfrm>
          <a:prstGeom prst="rect">
            <a:avLst/>
          </a:prstGeom>
          <a:noFill/>
        </p:spPr>
        <p:txBody>
          <a:bodyPr wrap="square" lIns="0" rIns="0" tIns="0" bIns="0" anchor="t">
            <a:spAutoFit/>
          </a:bodyPr>
          <a:lstStyle/>
          <a:p>
            <a:pPr algn="l"/>
            <a:r>
              <a:rPr sz="1000" b="0">
                <a:solidFill>
                  <a:srgbClr val="A3A9C9"/>
                </a:solidFill>
                <a:latin typeface="JetBrains Mono"/>
              </a:rPr>
              <a:t>End of the guided path</a:t>
            </a:r>
          </a:p>
        </p:txBody>
      </p:sp>
      <p:sp>
        <p:nvSpPr>
          <p:cNvPr id="36" name="TextBox 35"/>
          <p:cNvSpPr txBox="1"/>
          <p:nvPr/>
        </p:nvSpPr>
        <p:spPr>
          <a:xfrm>
            <a:off x="777240" y="804672"/>
            <a:ext cx="10058400" cy="292608"/>
          </a:xfrm>
          <a:prstGeom prst="rect">
            <a:avLst/>
          </a:prstGeom>
          <a:noFill/>
        </p:spPr>
        <p:txBody>
          <a:bodyPr wrap="square" lIns="0" rIns="0" tIns="0" bIns="0" anchor="t">
            <a:spAutoFit/>
          </a:bodyPr>
          <a:lstStyle/>
          <a:p>
            <a:pPr algn="l"/>
            <a:r>
              <a:rPr sz="1200" b="0">
                <a:solidFill>
                  <a:srgbClr val="83F2F5"/>
                </a:solidFill>
                <a:latin typeface="JetBrains Mono"/>
              </a:rPr>
              <a:t>11 · GLOSSARY  ·  APPENDIX</a:t>
            </a:r>
          </a:p>
        </p:txBody>
      </p:sp>
      <p:sp>
        <p:nvSpPr>
          <p:cNvPr id="37" name="TextBox 36"/>
          <p:cNvSpPr txBox="1"/>
          <p:nvPr/>
        </p:nvSpPr>
        <p:spPr>
          <a:xfrm>
            <a:off x="777240" y="1143000"/>
            <a:ext cx="10789920" cy="731520"/>
          </a:xfrm>
          <a:prstGeom prst="rect">
            <a:avLst/>
          </a:prstGeom>
          <a:noFill/>
        </p:spPr>
        <p:txBody>
          <a:bodyPr wrap="square" lIns="0" rIns="0" tIns="0" bIns="0" anchor="t">
            <a:spAutoFit/>
          </a:bodyPr>
          <a:lstStyle/>
          <a:p>
            <a:pPr algn="l"/>
            <a:r>
              <a:rPr sz="3400" b="0">
                <a:solidFill>
                  <a:srgbClr val="FFFFFF"/>
                </a:solidFill>
                <a:latin typeface="Montserrat"/>
              </a:rPr>
              <a:t>Eight words, </a:t>
            </a:r>
            <a:r>
              <a:rPr sz="3400" b="1">
                <a:solidFill>
                  <a:srgbClr val="95A7FF"/>
                </a:solidFill>
                <a:latin typeface="Montserrat"/>
              </a:rPr>
              <a:t>in plain terms</a:t>
            </a:r>
          </a:p>
        </p:txBody>
      </p:sp>
      <p:sp>
        <p:nvSpPr>
          <p:cNvPr id="38" name="TextBox 37"/>
          <p:cNvSpPr txBox="1"/>
          <p:nvPr/>
        </p:nvSpPr>
        <p:spPr>
          <a:xfrm>
            <a:off x="777240" y="1965960"/>
            <a:ext cx="1737360" cy="548640"/>
          </a:xfrm>
          <a:prstGeom prst="rect">
            <a:avLst/>
          </a:prstGeom>
          <a:noFill/>
        </p:spPr>
        <p:txBody>
          <a:bodyPr wrap="square" lIns="0" rIns="0" tIns="0" bIns="0" anchor="t">
            <a:spAutoFit/>
          </a:bodyPr>
          <a:lstStyle/>
          <a:p>
            <a:pPr algn="l"/>
            <a:r>
              <a:rPr sz="1500" b="1">
                <a:solidFill>
                  <a:srgbClr val="95A7FF"/>
                </a:solidFill>
                <a:latin typeface="Montserrat"/>
              </a:rPr>
              <a:t>Agent</a:t>
            </a:r>
          </a:p>
        </p:txBody>
      </p:sp>
      <p:sp>
        <p:nvSpPr>
          <p:cNvPr id="39" name="TextBox 38"/>
          <p:cNvSpPr txBox="1"/>
          <p:nvPr/>
        </p:nvSpPr>
        <p:spPr>
          <a:xfrm>
            <a:off x="2560320" y="1965960"/>
            <a:ext cx="3429000" cy="640080"/>
          </a:xfrm>
          <a:prstGeom prst="rect">
            <a:avLst/>
          </a:prstGeom>
          <a:noFill/>
        </p:spPr>
        <p:txBody>
          <a:bodyPr wrap="square" lIns="0" rIns="0" tIns="0" bIns="0" anchor="t">
            <a:spAutoFit/>
          </a:bodyPr>
          <a:lstStyle/>
          <a:p>
            <a:pPr algn="l"/>
            <a:r>
              <a:rPr sz="1300" b="0">
                <a:solidFill>
                  <a:srgbClr val="A3A9C9"/>
                </a:solidFill>
                <a:latin typeface="Work Sans"/>
              </a:rPr>
              <a:t>an AI program that takes steps (search, read, decide) to answer a question</a:t>
            </a:r>
          </a:p>
        </p:txBody>
      </p:sp>
      <p:sp>
        <p:nvSpPr>
          <p:cNvPr id="40" name="TextBox 39"/>
          <p:cNvSpPr txBox="1"/>
          <p:nvPr/>
        </p:nvSpPr>
        <p:spPr>
          <a:xfrm>
            <a:off x="777240" y="2697480"/>
            <a:ext cx="1737360" cy="548640"/>
          </a:xfrm>
          <a:prstGeom prst="rect">
            <a:avLst/>
          </a:prstGeom>
          <a:noFill/>
        </p:spPr>
        <p:txBody>
          <a:bodyPr wrap="square" lIns="0" rIns="0" tIns="0" bIns="0" anchor="t">
            <a:spAutoFit/>
          </a:bodyPr>
          <a:lstStyle/>
          <a:p>
            <a:pPr algn="l"/>
            <a:r>
              <a:rPr sz="1500" b="1">
                <a:solidFill>
                  <a:srgbClr val="95A7FF"/>
                </a:solidFill>
                <a:latin typeface="Montserrat"/>
              </a:rPr>
              <a:t>Graph</a:t>
            </a:r>
          </a:p>
        </p:txBody>
      </p:sp>
      <p:sp>
        <p:nvSpPr>
          <p:cNvPr id="41" name="TextBox 40"/>
          <p:cNvSpPr txBox="1"/>
          <p:nvPr/>
        </p:nvSpPr>
        <p:spPr>
          <a:xfrm>
            <a:off x="2560320" y="2697480"/>
            <a:ext cx="3429000" cy="640080"/>
          </a:xfrm>
          <a:prstGeom prst="rect">
            <a:avLst/>
          </a:prstGeom>
          <a:noFill/>
        </p:spPr>
        <p:txBody>
          <a:bodyPr wrap="square" lIns="0" rIns="0" tIns="0" bIns="0" anchor="t">
            <a:spAutoFit/>
          </a:bodyPr>
          <a:lstStyle/>
          <a:p>
            <a:pPr algn="l"/>
            <a:r>
              <a:rPr sz="1300" b="0">
                <a:solidFill>
                  <a:srgbClr val="A3A9C9"/>
                </a:solidFill>
                <a:latin typeface="Work Sans"/>
              </a:rPr>
              <a:t>a map of items (dots) and the links between them (lines)</a:t>
            </a:r>
          </a:p>
        </p:txBody>
      </p:sp>
      <p:sp>
        <p:nvSpPr>
          <p:cNvPr id="42" name="TextBox 41"/>
          <p:cNvSpPr txBox="1"/>
          <p:nvPr/>
        </p:nvSpPr>
        <p:spPr>
          <a:xfrm>
            <a:off x="777240" y="3429000"/>
            <a:ext cx="1737360" cy="548640"/>
          </a:xfrm>
          <a:prstGeom prst="rect">
            <a:avLst/>
          </a:prstGeom>
          <a:noFill/>
        </p:spPr>
        <p:txBody>
          <a:bodyPr wrap="square" lIns="0" rIns="0" tIns="0" bIns="0" anchor="t">
            <a:spAutoFit/>
          </a:bodyPr>
          <a:lstStyle/>
          <a:p>
            <a:pPr algn="l"/>
            <a:r>
              <a:rPr sz="1500" b="1">
                <a:solidFill>
                  <a:srgbClr val="95A7FF"/>
                </a:solidFill>
                <a:latin typeface="Montserrat"/>
              </a:rPr>
              <a:t>Link</a:t>
            </a:r>
          </a:p>
        </p:txBody>
      </p:sp>
      <p:sp>
        <p:nvSpPr>
          <p:cNvPr id="43" name="TextBox 42"/>
          <p:cNvSpPr txBox="1"/>
          <p:nvPr/>
        </p:nvSpPr>
        <p:spPr>
          <a:xfrm>
            <a:off x="2560320" y="3429000"/>
            <a:ext cx="3429000" cy="640080"/>
          </a:xfrm>
          <a:prstGeom prst="rect">
            <a:avLst/>
          </a:prstGeom>
          <a:noFill/>
        </p:spPr>
        <p:txBody>
          <a:bodyPr wrap="square" lIns="0" rIns="0" tIns="0" bIns="0" anchor="t">
            <a:spAutoFit/>
          </a:bodyPr>
          <a:lstStyle/>
          <a:p>
            <a:pPr algn="l"/>
            <a:r>
              <a:rPr sz="1300" b="0">
                <a:solidFill>
                  <a:srgbClr val="A3A9C9"/>
                </a:solidFill>
                <a:latin typeface="Work Sans"/>
              </a:rPr>
              <a:t>a connection a person actually wrote down, like a ticket number</a:t>
            </a:r>
          </a:p>
        </p:txBody>
      </p:sp>
      <p:sp>
        <p:nvSpPr>
          <p:cNvPr id="44" name="TextBox 43"/>
          <p:cNvSpPr txBox="1"/>
          <p:nvPr/>
        </p:nvSpPr>
        <p:spPr>
          <a:xfrm>
            <a:off x="777240" y="4160520"/>
            <a:ext cx="1737360" cy="548640"/>
          </a:xfrm>
          <a:prstGeom prst="rect">
            <a:avLst/>
          </a:prstGeom>
          <a:noFill/>
        </p:spPr>
        <p:txBody>
          <a:bodyPr wrap="square" lIns="0" rIns="0" tIns="0" bIns="0" anchor="t">
            <a:spAutoFit/>
          </a:bodyPr>
          <a:lstStyle/>
          <a:p>
            <a:pPr algn="l"/>
            <a:r>
              <a:rPr sz="1500" b="1">
                <a:solidFill>
                  <a:srgbClr val="95A7FF"/>
                </a:solidFill>
                <a:latin typeface="Montserrat"/>
              </a:rPr>
              <a:t>Commit</a:t>
            </a:r>
          </a:p>
        </p:txBody>
      </p:sp>
      <p:sp>
        <p:nvSpPr>
          <p:cNvPr id="45" name="TextBox 44"/>
          <p:cNvSpPr txBox="1"/>
          <p:nvPr/>
        </p:nvSpPr>
        <p:spPr>
          <a:xfrm>
            <a:off x="2560320" y="4160520"/>
            <a:ext cx="3429000" cy="640080"/>
          </a:xfrm>
          <a:prstGeom prst="rect">
            <a:avLst/>
          </a:prstGeom>
          <a:noFill/>
        </p:spPr>
        <p:txBody>
          <a:bodyPr wrap="square" lIns="0" rIns="0" tIns="0" bIns="0" anchor="t">
            <a:spAutoFit/>
          </a:bodyPr>
          <a:lstStyle/>
          <a:p>
            <a:pPr algn="l"/>
            <a:r>
              <a:rPr sz="1300" b="0">
                <a:solidFill>
                  <a:srgbClr val="A3A9C9"/>
                </a:solidFill>
                <a:latin typeface="Work Sans"/>
              </a:rPr>
              <a:t>one saved change to the code</a:t>
            </a:r>
          </a:p>
        </p:txBody>
      </p:sp>
      <p:sp>
        <p:nvSpPr>
          <p:cNvPr id="46" name="TextBox 45"/>
          <p:cNvSpPr txBox="1"/>
          <p:nvPr/>
        </p:nvSpPr>
        <p:spPr>
          <a:xfrm>
            <a:off x="6172200" y="1965960"/>
            <a:ext cx="1737360" cy="548640"/>
          </a:xfrm>
          <a:prstGeom prst="rect">
            <a:avLst/>
          </a:prstGeom>
          <a:noFill/>
        </p:spPr>
        <p:txBody>
          <a:bodyPr wrap="square" lIns="0" rIns="0" tIns="0" bIns="0" anchor="t">
            <a:spAutoFit/>
          </a:bodyPr>
          <a:lstStyle/>
          <a:p>
            <a:pPr algn="l"/>
            <a:r>
              <a:rPr sz="1500" b="1">
                <a:solidFill>
                  <a:srgbClr val="95A7FF"/>
                </a:solidFill>
                <a:latin typeface="Montserrat"/>
              </a:rPr>
              <a:t>Test</a:t>
            </a:r>
          </a:p>
        </p:txBody>
      </p:sp>
      <p:sp>
        <p:nvSpPr>
          <p:cNvPr id="47" name="TextBox 46"/>
          <p:cNvSpPr txBox="1"/>
          <p:nvPr/>
        </p:nvSpPr>
        <p:spPr>
          <a:xfrm>
            <a:off x="7955279" y="1965960"/>
            <a:ext cx="3429000" cy="640080"/>
          </a:xfrm>
          <a:prstGeom prst="rect">
            <a:avLst/>
          </a:prstGeom>
          <a:noFill/>
        </p:spPr>
        <p:txBody>
          <a:bodyPr wrap="square" lIns="0" rIns="0" tIns="0" bIns="0" anchor="t">
            <a:spAutoFit/>
          </a:bodyPr>
          <a:lstStyle/>
          <a:p>
            <a:pPr algn="l"/>
            <a:r>
              <a:rPr sz="1300" b="0">
                <a:solidFill>
                  <a:srgbClr val="A3A9C9"/>
                </a:solidFill>
                <a:latin typeface="Work Sans"/>
              </a:rPr>
              <a:t>a small automatic check that the code still does what it should</a:t>
            </a:r>
          </a:p>
        </p:txBody>
      </p:sp>
      <p:sp>
        <p:nvSpPr>
          <p:cNvPr id="48" name="TextBox 47"/>
          <p:cNvSpPr txBox="1"/>
          <p:nvPr/>
        </p:nvSpPr>
        <p:spPr>
          <a:xfrm>
            <a:off x="6172200" y="2697480"/>
            <a:ext cx="1737360" cy="548640"/>
          </a:xfrm>
          <a:prstGeom prst="rect">
            <a:avLst/>
          </a:prstGeom>
          <a:noFill/>
        </p:spPr>
        <p:txBody>
          <a:bodyPr wrap="square" lIns="0" rIns="0" tIns="0" bIns="0" anchor="t">
            <a:spAutoFit/>
          </a:bodyPr>
          <a:lstStyle/>
          <a:p>
            <a:pPr algn="l"/>
            <a:r>
              <a:rPr sz="1500" b="1">
                <a:solidFill>
                  <a:srgbClr val="95A7FF"/>
                </a:solidFill>
                <a:latin typeface="Montserrat"/>
              </a:rPr>
              <a:t>Gold question</a:t>
            </a:r>
          </a:p>
        </p:txBody>
      </p:sp>
      <p:sp>
        <p:nvSpPr>
          <p:cNvPr id="49" name="TextBox 48"/>
          <p:cNvSpPr txBox="1"/>
          <p:nvPr/>
        </p:nvSpPr>
        <p:spPr>
          <a:xfrm>
            <a:off x="7955279" y="2697480"/>
            <a:ext cx="3429000" cy="640080"/>
          </a:xfrm>
          <a:prstGeom prst="rect">
            <a:avLst/>
          </a:prstGeom>
          <a:noFill/>
        </p:spPr>
        <p:txBody>
          <a:bodyPr wrap="square" lIns="0" rIns="0" tIns="0" bIns="0" anchor="t">
            <a:spAutoFit/>
          </a:bodyPr>
          <a:lstStyle/>
          <a:p>
            <a:pPr algn="l"/>
            <a:r>
              <a:rPr sz="1300" b="0">
                <a:solidFill>
                  <a:srgbClr val="A3A9C9"/>
                </a:solidFill>
                <a:latin typeface="Work Sans"/>
              </a:rPr>
              <a:t>a question whose answer and quotes were written in advance</a:t>
            </a:r>
          </a:p>
        </p:txBody>
      </p:sp>
      <p:sp>
        <p:nvSpPr>
          <p:cNvPr id="50" name="TextBox 49"/>
          <p:cNvSpPr txBox="1"/>
          <p:nvPr/>
        </p:nvSpPr>
        <p:spPr>
          <a:xfrm>
            <a:off x="6172200" y="3429000"/>
            <a:ext cx="1737360" cy="548640"/>
          </a:xfrm>
          <a:prstGeom prst="rect">
            <a:avLst/>
          </a:prstGeom>
          <a:noFill/>
        </p:spPr>
        <p:txBody>
          <a:bodyPr wrap="square" lIns="0" rIns="0" tIns="0" bIns="0" anchor="t">
            <a:spAutoFit/>
          </a:bodyPr>
          <a:lstStyle/>
          <a:p>
            <a:pPr algn="l"/>
            <a:r>
              <a:rPr sz="1500" b="1">
                <a:solidFill>
                  <a:srgbClr val="95A7FF"/>
                </a:solidFill>
                <a:latin typeface="Montserrat"/>
              </a:rPr>
              <a:t>Citation</a:t>
            </a:r>
          </a:p>
        </p:txBody>
      </p:sp>
      <p:sp>
        <p:nvSpPr>
          <p:cNvPr id="51" name="TextBox 50"/>
          <p:cNvSpPr txBox="1"/>
          <p:nvPr/>
        </p:nvSpPr>
        <p:spPr>
          <a:xfrm>
            <a:off x="7955279" y="3429000"/>
            <a:ext cx="3429000" cy="640080"/>
          </a:xfrm>
          <a:prstGeom prst="rect">
            <a:avLst/>
          </a:prstGeom>
          <a:noFill/>
        </p:spPr>
        <p:txBody>
          <a:bodyPr wrap="square" lIns="0" rIns="0" tIns="0" bIns="0" anchor="t">
            <a:spAutoFit/>
          </a:bodyPr>
          <a:lstStyle/>
          <a:p>
            <a:pPr algn="l"/>
            <a:r>
              <a:rPr sz="1300" b="0">
                <a:solidFill>
                  <a:srgbClr val="A3A9C9"/>
                </a:solidFill>
                <a:latin typeface="Work Sans"/>
              </a:rPr>
              <a:t>the exact source and word-for-word quote behind a sentence</a:t>
            </a:r>
          </a:p>
        </p:txBody>
      </p:sp>
      <p:sp>
        <p:nvSpPr>
          <p:cNvPr id="52" name="TextBox 51"/>
          <p:cNvSpPr txBox="1"/>
          <p:nvPr/>
        </p:nvSpPr>
        <p:spPr>
          <a:xfrm>
            <a:off x="6172200" y="4160520"/>
            <a:ext cx="1737360" cy="548640"/>
          </a:xfrm>
          <a:prstGeom prst="rect">
            <a:avLst/>
          </a:prstGeom>
          <a:noFill/>
        </p:spPr>
        <p:txBody>
          <a:bodyPr wrap="square" lIns="0" rIns="0" tIns="0" bIns="0" anchor="t">
            <a:spAutoFit/>
          </a:bodyPr>
          <a:lstStyle/>
          <a:p>
            <a:pPr algn="l"/>
            <a:r>
              <a:rPr sz="1500" b="1">
                <a:solidFill>
                  <a:srgbClr val="95A7FF"/>
                </a:solidFill>
                <a:latin typeface="Montserrat"/>
              </a:rPr>
              <a:t>Abstain</a:t>
            </a:r>
          </a:p>
        </p:txBody>
      </p:sp>
      <p:sp>
        <p:nvSpPr>
          <p:cNvPr id="53" name="TextBox 52"/>
          <p:cNvSpPr txBox="1"/>
          <p:nvPr/>
        </p:nvSpPr>
        <p:spPr>
          <a:xfrm>
            <a:off x="7955279" y="4160520"/>
            <a:ext cx="3429000" cy="640080"/>
          </a:xfrm>
          <a:prstGeom prst="rect">
            <a:avLst/>
          </a:prstGeom>
          <a:noFill/>
        </p:spPr>
        <p:txBody>
          <a:bodyPr wrap="square" lIns="0" rIns="0" tIns="0" bIns="0" anchor="t">
            <a:spAutoFit/>
          </a:bodyPr>
          <a:lstStyle/>
          <a:p>
            <a:pPr algn="l"/>
            <a:r>
              <a:rPr sz="1300" b="0">
                <a:solidFill>
                  <a:srgbClr val="A3A9C9"/>
                </a:solidFill>
                <a:latin typeface="Work Sans"/>
              </a:rPr>
              <a:t>to say “Not established” instead of guessing</a:t>
            </a:r>
          </a:p>
        </p:txBody>
      </p:sp>
      <p:sp>
        <p:nvSpPr>
          <p:cNvPr id="54" name="Rounded Rectangle 53"/>
          <p:cNvSpPr/>
          <p:nvPr/>
        </p:nvSpPr>
        <p:spPr>
          <a:xfrm>
            <a:off x="777240" y="5120640"/>
            <a:ext cx="1737360" cy="420624"/>
          </a:xfrm>
          <a:prstGeom prst="roundRect">
            <a:avLst>
              <a:gd name="adj" fmla="val 8000"/>
            </a:avLst>
          </a:prstGeom>
          <a:solidFill>
            <a:srgbClr val="95A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77240" y="5120640"/>
            <a:ext cx="1737360" cy="420624"/>
          </a:xfrm>
          <a:prstGeom prst="rect">
            <a:avLst/>
          </a:prstGeom>
          <a:noFill/>
        </p:spPr>
        <p:txBody>
          <a:bodyPr wrap="square" lIns="0" rIns="0" tIns="0" bIns="0" anchor="ctr">
            <a:spAutoFit/>
          </a:bodyPr>
          <a:lstStyle/>
          <a:p>
            <a:pPr algn="ctr"/>
            <a:r>
              <a:rPr sz="1300" b="1">
                <a:solidFill>
                  <a:srgbClr val="05081C"/>
                </a:solidFill>
                <a:latin typeface="Montserrat"/>
              </a:rPr>
              <a:t>Try the demo</a:t>
            </a:r>
          </a:p>
        </p:txBody>
      </p:sp>
      <p:sp>
        <p:nvSpPr>
          <p:cNvPr id="56" name="TextBox 55"/>
          <p:cNvSpPr txBox="1"/>
          <p:nvPr/>
        </p:nvSpPr>
        <p:spPr>
          <a:xfrm>
            <a:off x="2697480" y="5120640"/>
            <a:ext cx="8686800" cy="420624"/>
          </a:xfrm>
          <a:prstGeom prst="rect">
            <a:avLst/>
          </a:prstGeom>
          <a:noFill/>
        </p:spPr>
        <p:txBody>
          <a:bodyPr wrap="square" lIns="0" rIns="0" tIns="0" bIns="0" anchor="ctr">
            <a:spAutoFit/>
          </a:bodyPr>
          <a:lstStyle/>
          <a:p>
            <a:pPr algn="l"/>
            <a:r>
              <a:rPr sz="1100" b="0">
                <a:solidFill>
                  <a:srgbClr val="83F2F5"/>
                </a:solidFill>
                <a:latin typeface="JetBrains Mono"/>
              </a:rPr>
              <a:t>sdlc-agent-five.vercel.app/w/acme-demo  ·  github.com/mdshreyas003/sdlc-agent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Work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Memory (sdlc-agent)</dc:title>
  <dc:subject>PptxGenJS Presentation</dc:subject>
  <dc:creator>sdlc-agent</dc:creator>
  <cp:lastModifiedBy>sdlc-agent</cp:lastModifiedBy>
  <cp:revision>1</cp:revision>
  <dcterms:created xsi:type="dcterms:W3CDTF">2026-10-23T12:24:46Z</dcterms:created>
  <dcterms:modified xsi:type="dcterms:W3CDTF">2026-10-23T12:24:46Z</dcterms:modified>
</cp:coreProperties>
</file>